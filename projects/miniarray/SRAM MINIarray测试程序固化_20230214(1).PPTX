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m" ContentType="application/vnd.ms-excel.sheet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9" r:id="rId4"/>
    <p:sldId id="265" r:id="rId5"/>
    <p:sldId id="266" r:id="rId6"/>
    <p:sldId id="261" r:id="rId7"/>
    <p:sldId id="262" r:id="rId8"/>
    <p:sldId id="263" r:id="rId9"/>
    <p:sldId id="264" r:id="rId10"/>
    <p:sldId id="260" r:id="rId11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76" autoAdjust="0"/>
  </p:normalViewPr>
  <p:slideViewPr>
    <p:cSldViewPr snapToGrid="0" showGuides="1">
      <p:cViewPr varScale="1">
        <p:scale>
          <a:sx n="104" d="100"/>
          <a:sy n="104" d="100"/>
        </p:scale>
        <p:origin x="264" y="76"/>
      </p:cViewPr>
      <p:guideLst>
        <p:guide orient="horz" pos="2160"/>
        <p:guide pos="384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2023/3/21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2023/3/21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模板-空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占位符 1"/>
          <p:cNvSpPr>
            <a:spLocks noGrp="1"/>
          </p:cNvSpPr>
          <p:nvPr>
            <p:ph type="title"/>
          </p:nvPr>
        </p:nvSpPr>
        <p:spPr>
          <a:xfrm>
            <a:off x="474662" y="356884"/>
            <a:ext cx="9193769" cy="381431"/>
          </a:xfrm>
          <a:prstGeom prst="rect">
            <a:avLst/>
          </a:prstGeom>
        </p:spPr>
        <p:txBody>
          <a:bodyPr/>
          <a:lstStyle/>
          <a:p>
            <a:pPr marL="0" lvl="0">
              <a:lnSpc>
                <a:spcPct val="100000"/>
              </a:lnSpc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灯片编号占位符 4"/>
          <p:cNvSpPr>
            <a:spLocks noGrp="1"/>
          </p:cNvSpPr>
          <p:nvPr>
            <p:ph type="sldNum" sz="quarter" idx="4"/>
          </p:nvPr>
        </p:nvSpPr>
        <p:spPr>
          <a:xfrm flipH="1">
            <a:off x="11205115" y="6489701"/>
            <a:ext cx="500524" cy="376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AED39-47C5-4F21-B93C-39BDEADD8457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79"/>
          <a:stretch>
            <a:fillRect/>
          </a:stretch>
        </p:blipFill>
        <p:spPr>
          <a:xfrm>
            <a:off x="-1" y="0"/>
            <a:ext cx="12275888" cy="6893959"/>
          </a:xfrm>
          <a:prstGeom prst="rect">
            <a:avLst/>
          </a:prstGeom>
        </p:spPr>
      </p:pic>
      <p:sp>
        <p:nvSpPr>
          <p:cNvPr id="33" name="直角三角形 32"/>
          <p:cNvSpPr/>
          <p:nvPr/>
        </p:nvSpPr>
        <p:spPr>
          <a:xfrm flipV="1">
            <a:off x="0" y="0"/>
            <a:ext cx="5029200" cy="5029200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HelveticaNeueLT Pro 55 Roman" panose="020B0604020202020204" pitchFamily="34" charset="0"/>
            </a:endParaRPr>
          </a:p>
        </p:txBody>
      </p:sp>
      <p:sp>
        <p:nvSpPr>
          <p:cNvPr id="7" name="任意多边形 6"/>
          <p:cNvSpPr/>
          <p:nvPr/>
        </p:nvSpPr>
        <p:spPr>
          <a:xfrm>
            <a:off x="-2" y="0"/>
            <a:ext cx="8722759" cy="6893959"/>
          </a:xfrm>
          <a:custGeom>
            <a:avLst/>
            <a:gdLst>
              <a:gd name="connsiteX0" fmla="*/ 0 w 8722759"/>
              <a:gd name="connsiteY0" fmla="*/ 3174714 h 6893959"/>
              <a:gd name="connsiteX1" fmla="*/ 3462391 w 8722759"/>
              <a:gd name="connsiteY1" fmla="*/ 6883685 h 6893959"/>
              <a:gd name="connsiteX2" fmla="*/ 8722759 w 8722759"/>
              <a:gd name="connsiteY2" fmla="*/ 6893959 h 6893959"/>
              <a:gd name="connsiteX3" fmla="*/ 2085654 w 8722759"/>
              <a:gd name="connsiteY3" fmla="*/ 20548 h 6893959"/>
              <a:gd name="connsiteX4" fmla="*/ 10274 w 8722759"/>
              <a:gd name="connsiteY4" fmla="*/ 0 h 6893959"/>
              <a:gd name="connsiteX5" fmla="*/ 0 w 8722759"/>
              <a:gd name="connsiteY5" fmla="*/ 3174714 h 6893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22759" h="6893959">
                <a:moveTo>
                  <a:pt x="0" y="3174714"/>
                </a:moveTo>
                <a:lnTo>
                  <a:pt x="3462391" y="6883685"/>
                </a:lnTo>
                <a:lnTo>
                  <a:pt x="8722759" y="6893959"/>
                </a:lnTo>
                <a:lnTo>
                  <a:pt x="2085654" y="20548"/>
                </a:lnTo>
                <a:lnTo>
                  <a:pt x="10274" y="0"/>
                </a:lnTo>
                <a:cubicBezTo>
                  <a:pt x="13699" y="1065088"/>
                  <a:pt x="17123" y="2130175"/>
                  <a:pt x="0" y="3174714"/>
                </a:cubicBezTo>
                <a:close/>
              </a:path>
            </a:pathLst>
          </a:custGeom>
          <a:solidFill>
            <a:schemeClr val="accent1">
              <a:alpha val="60000"/>
            </a:schemeClr>
          </a:solidFill>
          <a:ln w="12700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fontAlgn="ctr"/>
            <a:endParaRPr lang="en-US" sz="1400">
              <a:solidFill>
                <a:schemeClr val="bg1"/>
              </a:solidFill>
              <a:cs typeface="HelveticaNeueLT Pro 55 Roman" panose="020B0604020202020204" pitchFamily="34" charset="0"/>
              <a:sym typeface="HelveticaNeueLT Pro 55 Roman" panose="020B0604020202020204" pitchFamily="34" charset="0"/>
            </a:endParaRPr>
          </a:p>
        </p:txBody>
      </p:sp>
      <p:sp>
        <p:nvSpPr>
          <p:cNvPr id="35" name="文本占位符 2"/>
          <p:cNvSpPr>
            <a:spLocks noGrp="1"/>
          </p:cNvSpPr>
          <p:nvPr>
            <p:ph type="body" sz="quarter" idx="12" hasCustomPrompt="1"/>
          </p:nvPr>
        </p:nvSpPr>
        <p:spPr>
          <a:xfrm>
            <a:off x="1511136" y="2312255"/>
            <a:ext cx="4904629" cy="1260208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40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单击此处添加标题</a:t>
            </a:r>
          </a:p>
        </p:txBody>
      </p:sp>
      <p:sp>
        <p:nvSpPr>
          <p:cNvPr id="34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10513" y="3605478"/>
            <a:ext cx="4847080" cy="677182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36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2245764" y="4605130"/>
            <a:ext cx="2797175" cy="248371"/>
          </a:xfrm>
        </p:spPr>
        <p:txBody>
          <a:bodyPr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  <a:latin typeface="Source Han Sans CN Regular" panose="020B0500000000000000" charset="-122"/>
                <a:ea typeface="Source Han Sans CN Regular" panose="020B0500000000000000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署名</a:t>
            </a:r>
          </a:p>
        </p:txBody>
      </p:sp>
      <p:sp>
        <p:nvSpPr>
          <p:cNvPr id="3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2245764" y="4853501"/>
            <a:ext cx="2797175" cy="248371"/>
          </a:xfrm>
        </p:spPr>
        <p:txBody>
          <a:bodyPr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  <a:latin typeface="Source Han Sans CN Regular" panose="020B0500000000000000" charset="-122"/>
                <a:ea typeface="Source Han Sans CN Regular" panose="020B0500000000000000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日期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1511137" y="2415419"/>
            <a:ext cx="177165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612" y="814331"/>
            <a:ext cx="1841152" cy="359695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îṥ1íďè"/>
          <p:cNvSpPr/>
          <p:nvPr/>
        </p:nvSpPr>
        <p:spPr>
          <a:xfrm>
            <a:off x="986484" y="5022303"/>
            <a:ext cx="293602" cy="293602"/>
          </a:xfrm>
          <a:prstGeom prst="rect">
            <a:avLst/>
          </a:prstGeom>
          <a:solidFill>
            <a:schemeClr val="accent1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77500" lnSpcReduction="20000"/>
          </a:bodyPr>
          <a:lstStyle/>
          <a:p>
            <a:pPr algn="ctr" defTabSz="914400"/>
            <a:endParaRPr lang="en-GB" sz="2000" b="1">
              <a:solidFill>
                <a:schemeClr val="bg1"/>
              </a:solidFill>
              <a:cs typeface="HelveticaNeueLT Pro 55 Roman" panose="020B0604020202020204" pitchFamily="34" charset="0"/>
            </a:endParaRPr>
          </a:p>
        </p:txBody>
      </p:sp>
      <p:sp>
        <p:nvSpPr>
          <p:cNvPr id="4" name="ísḷïḋe"/>
          <p:cNvSpPr/>
          <p:nvPr/>
        </p:nvSpPr>
        <p:spPr>
          <a:xfrm>
            <a:off x="1133285" y="2227600"/>
            <a:ext cx="2941504" cy="2941504"/>
          </a:xfrm>
          <a:prstGeom prst="rect">
            <a:avLst/>
          </a:prstGeom>
          <a:blipFill>
            <a:blip r:embed="rId2" cstate="screen">
              <a:grayscl/>
            </a:blip>
            <a:stretch>
              <a:fillRect/>
            </a:stretch>
          </a:blipFill>
          <a:ln w="762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cs typeface="HelveticaNeueLT Pro 55 Roman" panose="020B0604020202020204" pitchFamily="34" charset="0"/>
            </a:endParaRPr>
          </a:p>
        </p:txBody>
      </p:sp>
      <p:sp>
        <p:nvSpPr>
          <p:cNvPr id="5" name="íṧļíḍé"/>
          <p:cNvSpPr/>
          <p:nvPr/>
        </p:nvSpPr>
        <p:spPr>
          <a:xfrm>
            <a:off x="3896861" y="2394513"/>
            <a:ext cx="509765" cy="509765"/>
          </a:xfrm>
          <a:prstGeom prst="rect">
            <a:avLst/>
          </a:prstGeom>
          <a:solidFill>
            <a:schemeClr val="tx2">
              <a:alpha val="50000"/>
            </a:schemeClr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4400"/>
            <a:endParaRPr lang="en-GB" sz="2000" b="1">
              <a:solidFill>
                <a:schemeClr val="bg1"/>
              </a:solidFill>
              <a:cs typeface="HelveticaNeueLT Pro 55 Roman" panose="020B0604020202020204" pitchFamily="34" charset="0"/>
            </a:endParaRPr>
          </a:p>
        </p:txBody>
      </p:sp>
      <p:sp>
        <p:nvSpPr>
          <p:cNvPr id="7" name="îşlîḓé"/>
          <p:cNvSpPr txBox="1"/>
          <p:nvPr/>
        </p:nvSpPr>
        <p:spPr>
          <a:xfrm>
            <a:off x="4911208" y="2227600"/>
            <a:ext cx="9541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5400" b="1" dirty="0">
                <a:solidFill>
                  <a:schemeClr val="tx2">
                    <a:alpha val="20000"/>
                  </a:schemeClr>
                </a:solidFill>
                <a:latin typeface="+mj-lt"/>
                <a:cs typeface="HelveticaNeueLT Pro 55 Roman" panose="020B0604020202020204" pitchFamily="34" charset="0"/>
              </a:rPr>
              <a:t>01</a:t>
            </a:r>
            <a:endParaRPr lang="en-GB" sz="5400" b="1" dirty="0">
              <a:solidFill>
                <a:schemeClr val="tx2">
                  <a:alpha val="20000"/>
                </a:schemeClr>
              </a:solidFill>
              <a:latin typeface="+mj-lt"/>
              <a:cs typeface="HelveticaNeueLT Pro 55 Roman" panose="020B0604020202020204" pitchFamily="34" charset="0"/>
            </a:endParaRPr>
          </a:p>
        </p:txBody>
      </p:sp>
      <p:sp>
        <p:nvSpPr>
          <p:cNvPr id="11" name="îs1îḋé"/>
          <p:cNvSpPr txBox="1"/>
          <p:nvPr/>
        </p:nvSpPr>
        <p:spPr>
          <a:xfrm>
            <a:off x="4911207" y="3236687"/>
            <a:ext cx="9541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5400" b="1" dirty="0">
                <a:solidFill>
                  <a:schemeClr val="tx2">
                    <a:alpha val="20000"/>
                  </a:schemeClr>
                </a:solidFill>
                <a:latin typeface="+mj-lt"/>
                <a:cs typeface="HelveticaNeueLT Pro 55 Roman" panose="020B0604020202020204" pitchFamily="34" charset="0"/>
              </a:rPr>
              <a:t>02</a:t>
            </a:r>
            <a:endParaRPr lang="en-GB" sz="5400" b="1" dirty="0">
              <a:solidFill>
                <a:schemeClr val="tx2">
                  <a:alpha val="20000"/>
                </a:schemeClr>
              </a:solidFill>
              <a:latin typeface="+mj-lt"/>
              <a:cs typeface="HelveticaNeueLT Pro 55 Roman" panose="020B0604020202020204" pitchFamily="34" charset="0"/>
            </a:endParaRPr>
          </a:p>
        </p:txBody>
      </p:sp>
      <p:sp>
        <p:nvSpPr>
          <p:cNvPr id="15" name="iṧľídê"/>
          <p:cNvSpPr txBox="1"/>
          <p:nvPr/>
        </p:nvSpPr>
        <p:spPr>
          <a:xfrm>
            <a:off x="4911207" y="4245774"/>
            <a:ext cx="9541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5400" b="1" dirty="0">
                <a:solidFill>
                  <a:schemeClr val="tx2">
                    <a:alpha val="20000"/>
                  </a:schemeClr>
                </a:solidFill>
                <a:latin typeface="+mj-lt"/>
                <a:cs typeface="HelveticaNeueLT Pro 55 Roman" panose="020B0604020202020204" pitchFamily="34" charset="0"/>
              </a:rPr>
              <a:t>03</a:t>
            </a:r>
            <a:endParaRPr lang="en-GB" sz="5400" b="1" dirty="0">
              <a:solidFill>
                <a:schemeClr val="tx2">
                  <a:alpha val="20000"/>
                </a:schemeClr>
              </a:solidFill>
              <a:latin typeface="+mj-lt"/>
              <a:cs typeface="HelveticaNeueLT Pro 55 Roman" panose="020B0604020202020204" pitchFamily="34" charset="0"/>
            </a:endParaRPr>
          </a:p>
        </p:txBody>
      </p:sp>
      <p:sp>
        <p:nvSpPr>
          <p:cNvPr id="20" name="文本占位符 2"/>
          <p:cNvSpPr>
            <a:spLocks noGrp="1"/>
          </p:cNvSpPr>
          <p:nvPr>
            <p:ph idx="10" hasCustomPrompt="1"/>
          </p:nvPr>
        </p:nvSpPr>
        <p:spPr>
          <a:xfrm>
            <a:off x="5918236" y="2370030"/>
            <a:ext cx="5516527" cy="382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2" name="文本占位符 2"/>
          <p:cNvSpPr>
            <a:spLocks noGrp="1"/>
          </p:cNvSpPr>
          <p:nvPr>
            <p:ph idx="12" hasCustomPrompt="1"/>
          </p:nvPr>
        </p:nvSpPr>
        <p:spPr>
          <a:xfrm>
            <a:off x="5905500" y="2714626"/>
            <a:ext cx="1790700" cy="333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/>
            <a:r>
              <a:rPr lang="zh-CN" altLang="en-US"/>
              <a:t>第二级</a:t>
            </a:r>
            <a:endParaRPr lang="zh-CN" altLang="en-US" dirty="0"/>
          </a:p>
        </p:txBody>
      </p:sp>
      <p:sp>
        <p:nvSpPr>
          <p:cNvPr id="23" name="文本占位符 2"/>
          <p:cNvSpPr>
            <a:spLocks noGrp="1"/>
          </p:cNvSpPr>
          <p:nvPr>
            <p:ph idx="13" hasCustomPrompt="1"/>
          </p:nvPr>
        </p:nvSpPr>
        <p:spPr>
          <a:xfrm>
            <a:off x="7781925" y="2714626"/>
            <a:ext cx="1790700" cy="333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/>
            <a:r>
              <a:rPr lang="zh-CN" altLang="en-US"/>
              <a:t>第二级</a:t>
            </a:r>
            <a:endParaRPr lang="zh-CN" altLang="en-US" dirty="0"/>
          </a:p>
        </p:txBody>
      </p:sp>
      <p:sp>
        <p:nvSpPr>
          <p:cNvPr id="24" name="文本占位符 2"/>
          <p:cNvSpPr>
            <a:spLocks noGrp="1"/>
          </p:cNvSpPr>
          <p:nvPr>
            <p:ph idx="14" hasCustomPrompt="1"/>
          </p:nvPr>
        </p:nvSpPr>
        <p:spPr>
          <a:xfrm>
            <a:off x="9648825" y="2714626"/>
            <a:ext cx="1790700" cy="333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/>
            <a:r>
              <a:rPr lang="zh-CN" altLang="en-US"/>
              <a:t>第二级</a:t>
            </a:r>
            <a:endParaRPr lang="zh-CN" altLang="en-US" dirty="0"/>
          </a:p>
        </p:txBody>
      </p:sp>
      <p:sp>
        <p:nvSpPr>
          <p:cNvPr id="25" name="文本占位符 2"/>
          <p:cNvSpPr>
            <a:spLocks noGrp="1"/>
          </p:cNvSpPr>
          <p:nvPr>
            <p:ph idx="15" hasCustomPrompt="1"/>
          </p:nvPr>
        </p:nvSpPr>
        <p:spPr>
          <a:xfrm>
            <a:off x="5927761" y="3398730"/>
            <a:ext cx="5516527" cy="382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6" name="文本占位符 2"/>
          <p:cNvSpPr>
            <a:spLocks noGrp="1"/>
          </p:cNvSpPr>
          <p:nvPr>
            <p:ph idx="16" hasCustomPrompt="1"/>
          </p:nvPr>
        </p:nvSpPr>
        <p:spPr>
          <a:xfrm>
            <a:off x="5915025" y="3743326"/>
            <a:ext cx="1790700" cy="333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/>
            <a:r>
              <a:rPr lang="zh-CN" altLang="en-US"/>
              <a:t>第二级</a:t>
            </a:r>
            <a:endParaRPr lang="zh-CN" altLang="en-US" dirty="0"/>
          </a:p>
        </p:txBody>
      </p:sp>
      <p:sp>
        <p:nvSpPr>
          <p:cNvPr id="27" name="文本占位符 2"/>
          <p:cNvSpPr>
            <a:spLocks noGrp="1"/>
          </p:cNvSpPr>
          <p:nvPr>
            <p:ph idx="17" hasCustomPrompt="1"/>
          </p:nvPr>
        </p:nvSpPr>
        <p:spPr>
          <a:xfrm>
            <a:off x="7791450" y="3743326"/>
            <a:ext cx="1790700" cy="333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/>
            <a:r>
              <a:rPr lang="zh-CN" altLang="en-US"/>
              <a:t>第二级</a:t>
            </a:r>
            <a:endParaRPr lang="zh-CN" altLang="en-US" dirty="0"/>
          </a:p>
        </p:txBody>
      </p:sp>
      <p:sp>
        <p:nvSpPr>
          <p:cNvPr id="28" name="文本占位符 2"/>
          <p:cNvSpPr>
            <a:spLocks noGrp="1"/>
          </p:cNvSpPr>
          <p:nvPr>
            <p:ph idx="18" hasCustomPrompt="1"/>
          </p:nvPr>
        </p:nvSpPr>
        <p:spPr>
          <a:xfrm>
            <a:off x="9658350" y="3743326"/>
            <a:ext cx="1790700" cy="333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/>
            <a:r>
              <a:rPr lang="zh-CN" altLang="en-US"/>
              <a:t>第二级</a:t>
            </a:r>
            <a:endParaRPr lang="zh-CN" altLang="en-US" dirty="0"/>
          </a:p>
        </p:txBody>
      </p:sp>
      <p:sp>
        <p:nvSpPr>
          <p:cNvPr id="29" name="文本占位符 2"/>
          <p:cNvSpPr>
            <a:spLocks noGrp="1"/>
          </p:cNvSpPr>
          <p:nvPr>
            <p:ph idx="19" hasCustomPrompt="1"/>
          </p:nvPr>
        </p:nvSpPr>
        <p:spPr>
          <a:xfrm>
            <a:off x="5927761" y="4408380"/>
            <a:ext cx="5516527" cy="382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0" name="文本占位符 2"/>
          <p:cNvSpPr>
            <a:spLocks noGrp="1"/>
          </p:cNvSpPr>
          <p:nvPr>
            <p:ph idx="20" hasCustomPrompt="1"/>
          </p:nvPr>
        </p:nvSpPr>
        <p:spPr>
          <a:xfrm>
            <a:off x="5915025" y="4752976"/>
            <a:ext cx="1790700" cy="333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/>
            <a:r>
              <a:rPr lang="zh-CN" altLang="en-US"/>
              <a:t>第二级</a:t>
            </a:r>
            <a:endParaRPr lang="zh-CN" altLang="en-US" dirty="0"/>
          </a:p>
        </p:txBody>
      </p:sp>
      <p:sp>
        <p:nvSpPr>
          <p:cNvPr id="31" name="文本占位符 2"/>
          <p:cNvSpPr>
            <a:spLocks noGrp="1"/>
          </p:cNvSpPr>
          <p:nvPr>
            <p:ph idx="21" hasCustomPrompt="1"/>
          </p:nvPr>
        </p:nvSpPr>
        <p:spPr>
          <a:xfrm>
            <a:off x="7791450" y="4752976"/>
            <a:ext cx="1790700" cy="333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/>
            <a:r>
              <a:rPr lang="zh-CN" altLang="en-US"/>
              <a:t>第二级</a:t>
            </a:r>
            <a:endParaRPr lang="zh-CN" altLang="en-US" dirty="0"/>
          </a:p>
        </p:txBody>
      </p:sp>
      <p:sp>
        <p:nvSpPr>
          <p:cNvPr id="32" name="文本占位符 2"/>
          <p:cNvSpPr>
            <a:spLocks noGrp="1"/>
          </p:cNvSpPr>
          <p:nvPr>
            <p:ph idx="22" hasCustomPrompt="1"/>
          </p:nvPr>
        </p:nvSpPr>
        <p:spPr>
          <a:xfrm>
            <a:off x="9658350" y="4752976"/>
            <a:ext cx="1790700" cy="333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/>
            <a:r>
              <a:rPr lang="zh-CN" altLang="en-US"/>
              <a:t>第二级</a:t>
            </a:r>
            <a:endParaRPr lang="zh-CN" altLang="en-US" dirty="0"/>
          </a:p>
        </p:txBody>
      </p:sp>
      <p:sp>
        <p:nvSpPr>
          <p:cNvPr id="21" name="标题占位符 1"/>
          <p:cNvSpPr>
            <a:spLocks noGrp="1"/>
          </p:cNvSpPr>
          <p:nvPr>
            <p:ph type="title"/>
          </p:nvPr>
        </p:nvSpPr>
        <p:spPr>
          <a:xfrm>
            <a:off x="474662" y="352165"/>
            <a:ext cx="9193769" cy="381431"/>
          </a:xfrm>
          <a:prstGeom prst="rect">
            <a:avLst/>
          </a:prstGeom>
        </p:spPr>
        <p:txBody>
          <a:bodyPr/>
          <a:lstStyle/>
          <a:p>
            <a:pPr marL="0" lvl="0">
              <a:lnSpc>
                <a:spcPct val="100000"/>
              </a:lnSpc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283"/>
            <a:ext cx="12192000" cy="1196692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fontAlgn="ctr"/>
            <a:r>
              <a:rPr lang="en-US" sz="1400">
                <a:solidFill>
                  <a:schemeClr val="bg1"/>
                </a:solidFill>
                <a:cs typeface="HelveticaNeueLT Pro 55 Roman" panose="020B0604020202020204" pitchFamily="34" charset="0"/>
                <a:sym typeface="HelveticaNeueLT Pro 55 Roman" panose="020B0604020202020204" pitchFamily="34" charset="0"/>
              </a:rPr>
              <a:t>v</a:t>
            </a:r>
          </a:p>
        </p:txBody>
      </p:sp>
      <p:sp>
        <p:nvSpPr>
          <p:cNvPr id="34" name="标题 1"/>
          <p:cNvSpPr>
            <a:spLocks noGrp="1"/>
          </p:cNvSpPr>
          <p:nvPr>
            <p:ph type="title" hasCustomPrompt="1"/>
          </p:nvPr>
        </p:nvSpPr>
        <p:spPr>
          <a:xfrm>
            <a:off x="474663" y="2227942"/>
            <a:ext cx="5657685" cy="656792"/>
          </a:xfrm>
        </p:spPr>
        <p:txBody>
          <a:bodyPr anchor="ctr">
            <a:normAutofit/>
          </a:bodyPr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单击此处添加幻灯片章节标题</a:t>
            </a: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7490" y="0"/>
            <a:ext cx="7564510" cy="6857433"/>
          </a:xfrm>
          <a:prstGeom prst="rect">
            <a:avLst/>
          </a:prstGeom>
        </p:spPr>
      </p:pic>
      <p:sp>
        <p:nvSpPr>
          <p:cNvPr id="43" name="文本框 42"/>
          <p:cNvSpPr txBox="1"/>
          <p:nvPr/>
        </p:nvSpPr>
        <p:spPr>
          <a:xfrm>
            <a:off x="396259" y="829185"/>
            <a:ext cx="3726560" cy="308879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252095" indent="-230505" algn="l">
              <a:lnSpc>
                <a:spcPct val="120000"/>
              </a:lnSpc>
              <a:spcBef>
                <a:spcPts val="100"/>
              </a:spcBef>
            </a:pPr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+mn-lt"/>
                <a:cs typeface="HelveticaNeueLT Pro 55 Roman" panose="020B0604020202020204" pitchFamily="34" charset="0"/>
              </a:rPr>
              <a:t>Integrated solutions for </a:t>
            </a:r>
            <a:r>
              <a:rPr lang="en-US" sz="1400">
                <a:solidFill>
                  <a:schemeClr val="accent1"/>
                </a:solidFill>
                <a:latin typeface="+mn-lt"/>
                <a:cs typeface="HelveticaNeueLT Pro 55 Roman" panose="020B0604020202020204" pitchFamily="34" charset="0"/>
              </a:rPr>
              <a:t>EDA/TCAD/RadHard</a:t>
            </a:r>
          </a:p>
        </p:txBody>
      </p:sp>
      <p:sp>
        <p:nvSpPr>
          <p:cNvPr id="44" name="文本占位符 2"/>
          <p:cNvSpPr>
            <a:spLocks noGrp="1"/>
          </p:cNvSpPr>
          <p:nvPr>
            <p:ph idx="1" hasCustomPrompt="1"/>
          </p:nvPr>
        </p:nvSpPr>
        <p:spPr>
          <a:xfrm>
            <a:off x="463555" y="3093929"/>
            <a:ext cx="5668794" cy="2048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55" y="484727"/>
            <a:ext cx="1950889" cy="390178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图或1组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直接连接符 38"/>
          <p:cNvCxnSpPr/>
          <p:nvPr/>
        </p:nvCxnSpPr>
        <p:spPr>
          <a:xfrm>
            <a:off x="590551" y="6416675"/>
            <a:ext cx="1102571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2"/>
          <p:cNvSpPr>
            <a:spLocks noGrp="1"/>
          </p:cNvSpPr>
          <p:nvPr>
            <p:ph idx="1" hasCustomPrompt="1"/>
          </p:nvPr>
        </p:nvSpPr>
        <p:spPr>
          <a:xfrm>
            <a:off x="1916206" y="1443821"/>
            <a:ext cx="7597588" cy="43653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20000"/>
              </a:lnSpc>
              <a:spcBef>
                <a:spcPts val="500"/>
              </a:spcBef>
              <a:defRPr>
                <a:solidFill>
                  <a:schemeClr val="tx1"/>
                </a:solidFill>
                <a:latin typeface="+mj-ea"/>
                <a:ea typeface="+mj-ea"/>
              </a:defRPr>
            </a:lvl1pPr>
            <a:lvl3pPr indent="-245110">
              <a:lnSpc>
                <a:spcPct val="120000"/>
              </a:lnSpc>
              <a:defRPr/>
            </a:lvl3pPr>
            <a:lvl4pPr indent="-245110">
              <a:lnSpc>
                <a:spcPct val="120000"/>
              </a:lnSpc>
              <a:spcBef>
                <a:spcPts val="500"/>
              </a:spcBef>
              <a:defRPr/>
            </a:lvl4pPr>
            <a:lvl5pPr indent="-245110"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4"/>
          </p:nvPr>
        </p:nvSpPr>
        <p:spPr>
          <a:xfrm flipH="1">
            <a:off x="11205115" y="6489701"/>
            <a:ext cx="500524" cy="376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AED39-47C5-4F21-B93C-39BDEADD8457}" type="slidenum">
              <a:rPr lang="en-US" altLang="zh-CN" smtClean="0"/>
              <a:t>‹#›</a:t>
            </a:fld>
            <a:endParaRPr lang="zh-CN" altLang="en-US"/>
          </a:p>
        </p:txBody>
      </p:sp>
      <p:sp>
        <p:nvSpPr>
          <p:cNvPr id="6" name="标题占位符 1"/>
          <p:cNvSpPr>
            <a:spLocks noGrp="1"/>
          </p:cNvSpPr>
          <p:nvPr>
            <p:ph type="title"/>
          </p:nvPr>
        </p:nvSpPr>
        <p:spPr>
          <a:xfrm>
            <a:off x="474662" y="352165"/>
            <a:ext cx="9193769" cy="381431"/>
          </a:xfrm>
          <a:prstGeom prst="rect">
            <a:avLst/>
          </a:prstGeom>
        </p:spPr>
        <p:txBody>
          <a:bodyPr/>
          <a:lstStyle/>
          <a:p>
            <a:pPr marL="0" lvl="0">
              <a:lnSpc>
                <a:spcPct val="100000"/>
              </a:lnSpc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图1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直接连接符 38"/>
          <p:cNvCxnSpPr/>
          <p:nvPr/>
        </p:nvCxnSpPr>
        <p:spPr>
          <a:xfrm>
            <a:off x="590551" y="6416675"/>
            <a:ext cx="1102571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2"/>
          <p:cNvSpPr>
            <a:spLocks noGrp="1"/>
          </p:cNvSpPr>
          <p:nvPr>
            <p:ph idx="1" hasCustomPrompt="1"/>
          </p:nvPr>
        </p:nvSpPr>
        <p:spPr>
          <a:xfrm>
            <a:off x="1916206" y="1437099"/>
            <a:ext cx="7597588" cy="43653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20000"/>
              </a:lnSpc>
              <a:spcBef>
                <a:spcPts val="500"/>
              </a:spcBef>
              <a:defRPr>
                <a:solidFill>
                  <a:schemeClr val="tx1"/>
                </a:solidFill>
                <a:latin typeface="+mj-ea"/>
                <a:ea typeface="+mj-ea"/>
              </a:defRPr>
            </a:lvl1pPr>
            <a:lvl3pPr indent="-245110">
              <a:lnSpc>
                <a:spcPct val="120000"/>
              </a:lnSpc>
              <a:defRPr/>
            </a:lvl3pPr>
            <a:lvl4pPr indent="-245110">
              <a:lnSpc>
                <a:spcPct val="120000"/>
              </a:lnSpc>
              <a:spcBef>
                <a:spcPts val="500"/>
              </a:spcBef>
              <a:defRPr/>
            </a:lvl4pPr>
            <a:lvl5pPr indent="-245110"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4"/>
          </p:nvPr>
        </p:nvSpPr>
        <p:spPr>
          <a:xfrm flipH="1">
            <a:off x="11205115" y="6489701"/>
            <a:ext cx="500524" cy="376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AED39-47C5-4F21-B93C-39BDEADD8457}" type="slidenum">
              <a:rPr lang="en-US" altLang="zh-CN" smtClean="0"/>
              <a:t>‹#›</a:t>
            </a:fld>
            <a:endParaRPr lang="zh-CN" altLang="en-US"/>
          </a:p>
        </p:txBody>
      </p:sp>
      <p:sp>
        <p:nvSpPr>
          <p:cNvPr id="6" name="标题占位符 1"/>
          <p:cNvSpPr>
            <a:spLocks noGrp="1"/>
          </p:cNvSpPr>
          <p:nvPr>
            <p:ph type="title"/>
          </p:nvPr>
        </p:nvSpPr>
        <p:spPr>
          <a:xfrm>
            <a:off x="474662" y="352165"/>
            <a:ext cx="9193769" cy="381431"/>
          </a:xfrm>
          <a:prstGeom prst="rect">
            <a:avLst/>
          </a:prstGeom>
        </p:spPr>
        <p:txBody>
          <a:bodyPr/>
          <a:lstStyle/>
          <a:p>
            <a:pPr marL="0" lvl="0">
              <a:lnSpc>
                <a:spcPct val="100000"/>
              </a:lnSpc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7" name="内容占位符 10"/>
          <p:cNvSpPr>
            <a:spLocks noGrp="1"/>
          </p:cNvSpPr>
          <p:nvPr>
            <p:ph sz="quarter" idx="22" hasCustomPrompt="1"/>
          </p:nvPr>
        </p:nvSpPr>
        <p:spPr>
          <a:xfrm>
            <a:off x="1916205" y="5412113"/>
            <a:ext cx="7597588" cy="390293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-1图1组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直接连接符 38"/>
          <p:cNvCxnSpPr/>
          <p:nvPr/>
        </p:nvCxnSpPr>
        <p:spPr>
          <a:xfrm>
            <a:off x="590551" y="6416675"/>
            <a:ext cx="1102571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灯片编号占位符 4"/>
          <p:cNvSpPr>
            <a:spLocks noGrp="1"/>
          </p:cNvSpPr>
          <p:nvPr>
            <p:ph type="sldNum" sz="quarter" idx="4"/>
          </p:nvPr>
        </p:nvSpPr>
        <p:spPr>
          <a:xfrm flipH="1">
            <a:off x="11205115" y="6489701"/>
            <a:ext cx="500524" cy="376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AED39-47C5-4F21-B93C-39BDEADD8457}" type="slidenum">
              <a:rPr lang="en-US" altLang="zh-CN" smtClean="0"/>
              <a:t>‹#›</a:t>
            </a:fld>
            <a:endParaRPr lang="zh-CN" altLang="en-US"/>
          </a:p>
        </p:txBody>
      </p:sp>
      <p:sp>
        <p:nvSpPr>
          <p:cNvPr id="6" name="标题占位符 1"/>
          <p:cNvSpPr>
            <a:spLocks noGrp="1"/>
          </p:cNvSpPr>
          <p:nvPr>
            <p:ph type="title"/>
          </p:nvPr>
        </p:nvSpPr>
        <p:spPr>
          <a:xfrm>
            <a:off x="474662" y="352165"/>
            <a:ext cx="9193769" cy="381431"/>
          </a:xfrm>
          <a:prstGeom prst="rect">
            <a:avLst/>
          </a:prstGeom>
        </p:spPr>
        <p:txBody>
          <a:bodyPr/>
          <a:lstStyle/>
          <a:p>
            <a:pPr marL="0" lvl="0">
              <a:lnSpc>
                <a:spcPct val="100000"/>
              </a:lnSpc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7" name="任意多边形 18"/>
          <p:cNvSpPr/>
          <p:nvPr/>
        </p:nvSpPr>
        <p:spPr>
          <a:xfrm>
            <a:off x="6645743" y="5183188"/>
            <a:ext cx="223837" cy="300037"/>
          </a:xfrm>
          <a:custGeom>
            <a:avLst/>
            <a:gdLst>
              <a:gd name="connsiteX0" fmla="*/ 267948 w 400050"/>
              <a:gd name="connsiteY0" fmla="*/ 621 h 533400"/>
              <a:gd name="connsiteX1" fmla="*/ 296523 w 400050"/>
              <a:gd name="connsiteY1" fmla="*/ 27291 h 533400"/>
              <a:gd name="connsiteX2" fmla="*/ 296523 w 400050"/>
              <a:gd name="connsiteY2" fmla="*/ 29196 h 533400"/>
              <a:gd name="connsiteX3" fmla="*/ 296523 w 400050"/>
              <a:gd name="connsiteY3" fmla="*/ 38721 h 533400"/>
              <a:gd name="connsiteX4" fmla="*/ 363198 w 400050"/>
              <a:gd name="connsiteY4" fmla="*/ 38721 h 533400"/>
              <a:gd name="connsiteX5" fmla="*/ 401298 w 400050"/>
              <a:gd name="connsiteY5" fmla="*/ 74916 h 533400"/>
              <a:gd name="connsiteX6" fmla="*/ 401298 w 400050"/>
              <a:gd name="connsiteY6" fmla="*/ 76821 h 533400"/>
              <a:gd name="connsiteX7" fmla="*/ 401298 w 400050"/>
              <a:gd name="connsiteY7" fmla="*/ 495921 h 533400"/>
              <a:gd name="connsiteX8" fmla="*/ 365103 w 400050"/>
              <a:gd name="connsiteY8" fmla="*/ 534021 h 533400"/>
              <a:gd name="connsiteX9" fmla="*/ 363198 w 400050"/>
              <a:gd name="connsiteY9" fmla="*/ 534021 h 533400"/>
              <a:gd name="connsiteX10" fmla="*/ 39348 w 400050"/>
              <a:gd name="connsiteY10" fmla="*/ 534021 h 533400"/>
              <a:gd name="connsiteX11" fmla="*/ 1248 w 400050"/>
              <a:gd name="connsiteY11" fmla="*/ 497826 h 533400"/>
              <a:gd name="connsiteX12" fmla="*/ 1248 w 400050"/>
              <a:gd name="connsiteY12" fmla="*/ 495921 h 533400"/>
              <a:gd name="connsiteX13" fmla="*/ 1248 w 400050"/>
              <a:gd name="connsiteY13" fmla="*/ 76821 h 533400"/>
              <a:gd name="connsiteX14" fmla="*/ 37443 w 400050"/>
              <a:gd name="connsiteY14" fmla="*/ 38721 h 533400"/>
              <a:gd name="connsiteX15" fmla="*/ 39348 w 400050"/>
              <a:gd name="connsiteY15" fmla="*/ 38721 h 533400"/>
              <a:gd name="connsiteX16" fmla="*/ 106023 w 400050"/>
              <a:gd name="connsiteY16" fmla="*/ 38721 h 533400"/>
              <a:gd name="connsiteX17" fmla="*/ 106023 w 400050"/>
              <a:gd name="connsiteY17" fmla="*/ 29196 h 533400"/>
              <a:gd name="connsiteX18" fmla="*/ 132693 w 400050"/>
              <a:gd name="connsiteY18" fmla="*/ 621 h 533400"/>
              <a:gd name="connsiteX19" fmla="*/ 134598 w 400050"/>
              <a:gd name="connsiteY19" fmla="*/ 621 h 533400"/>
              <a:gd name="connsiteX20" fmla="*/ 267948 w 400050"/>
              <a:gd name="connsiteY20" fmla="*/ 621 h 533400"/>
              <a:gd name="connsiteX21" fmla="*/ 106023 w 400050"/>
              <a:gd name="connsiteY21" fmla="*/ 57771 h 533400"/>
              <a:gd name="connsiteX22" fmla="*/ 39348 w 400050"/>
              <a:gd name="connsiteY22" fmla="*/ 57771 h 533400"/>
              <a:gd name="connsiteX23" fmla="*/ 20298 w 400050"/>
              <a:gd name="connsiteY23" fmla="*/ 75869 h 533400"/>
              <a:gd name="connsiteX24" fmla="*/ 20298 w 400050"/>
              <a:gd name="connsiteY24" fmla="*/ 76821 h 533400"/>
              <a:gd name="connsiteX25" fmla="*/ 20298 w 400050"/>
              <a:gd name="connsiteY25" fmla="*/ 495921 h 533400"/>
              <a:gd name="connsiteX26" fmla="*/ 38395 w 400050"/>
              <a:gd name="connsiteY26" fmla="*/ 514971 h 533400"/>
              <a:gd name="connsiteX27" fmla="*/ 39348 w 400050"/>
              <a:gd name="connsiteY27" fmla="*/ 514971 h 533400"/>
              <a:gd name="connsiteX28" fmla="*/ 363198 w 400050"/>
              <a:gd name="connsiteY28" fmla="*/ 514971 h 533400"/>
              <a:gd name="connsiteX29" fmla="*/ 382248 w 400050"/>
              <a:gd name="connsiteY29" fmla="*/ 496873 h 533400"/>
              <a:gd name="connsiteX30" fmla="*/ 382248 w 400050"/>
              <a:gd name="connsiteY30" fmla="*/ 495921 h 533400"/>
              <a:gd name="connsiteX31" fmla="*/ 382248 w 400050"/>
              <a:gd name="connsiteY31" fmla="*/ 76821 h 533400"/>
              <a:gd name="connsiteX32" fmla="*/ 364151 w 400050"/>
              <a:gd name="connsiteY32" fmla="*/ 57771 h 533400"/>
              <a:gd name="connsiteX33" fmla="*/ 363198 w 400050"/>
              <a:gd name="connsiteY33" fmla="*/ 57771 h 533400"/>
              <a:gd name="connsiteX34" fmla="*/ 296523 w 400050"/>
              <a:gd name="connsiteY34" fmla="*/ 57771 h 533400"/>
              <a:gd name="connsiteX35" fmla="*/ 296523 w 400050"/>
              <a:gd name="connsiteY35" fmla="*/ 67296 h 533400"/>
              <a:gd name="connsiteX36" fmla="*/ 269853 w 400050"/>
              <a:gd name="connsiteY36" fmla="*/ 95871 h 533400"/>
              <a:gd name="connsiteX37" fmla="*/ 267948 w 400050"/>
              <a:gd name="connsiteY37" fmla="*/ 95871 h 533400"/>
              <a:gd name="connsiteX38" fmla="*/ 134598 w 400050"/>
              <a:gd name="connsiteY38" fmla="*/ 95871 h 533400"/>
              <a:gd name="connsiteX39" fmla="*/ 106023 w 400050"/>
              <a:gd name="connsiteY39" fmla="*/ 69201 h 533400"/>
              <a:gd name="connsiteX40" fmla="*/ 106023 w 400050"/>
              <a:gd name="connsiteY40" fmla="*/ 67296 h 533400"/>
              <a:gd name="connsiteX41" fmla="*/ 106023 w 400050"/>
              <a:gd name="connsiteY41" fmla="*/ 57771 h 533400"/>
              <a:gd name="connsiteX42" fmla="*/ 201273 w 400050"/>
              <a:gd name="connsiteY42" fmla="*/ 343521 h 533400"/>
              <a:gd name="connsiteX43" fmla="*/ 201273 w 400050"/>
              <a:gd name="connsiteY43" fmla="*/ 362571 h 533400"/>
              <a:gd name="connsiteX44" fmla="*/ 86973 w 400050"/>
              <a:gd name="connsiteY44" fmla="*/ 362571 h 533400"/>
              <a:gd name="connsiteX45" fmla="*/ 86973 w 400050"/>
              <a:gd name="connsiteY45" fmla="*/ 343521 h 533400"/>
              <a:gd name="connsiteX46" fmla="*/ 201273 w 400050"/>
              <a:gd name="connsiteY46" fmla="*/ 343521 h 533400"/>
              <a:gd name="connsiteX47" fmla="*/ 315573 w 400050"/>
              <a:gd name="connsiteY47" fmla="*/ 267321 h 533400"/>
              <a:gd name="connsiteX48" fmla="*/ 315573 w 400050"/>
              <a:gd name="connsiteY48" fmla="*/ 286371 h 533400"/>
              <a:gd name="connsiteX49" fmla="*/ 86973 w 400050"/>
              <a:gd name="connsiteY49" fmla="*/ 286371 h 533400"/>
              <a:gd name="connsiteX50" fmla="*/ 86973 w 400050"/>
              <a:gd name="connsiteY50" fmla="*/ 267321 h 533400"/>
              <a:gd name="connsiteX51" fmla="*/ 315573 w 400050"/>
              <a:gd name="connsiteY51" fmla="*/ 267321 h 533400"/>
              <a:gd name="connsiteX52" fmla="*/ 315573 w 400050"/>
              <a:gd name="connsiteY52" fmla="*/ 191121 h 533400"/>
              <a:gd name="connsiteX53" fmla="*/ 315573 w 400050"/>
              <a:gd name="connsiteY53" fmla="*/ 210171 h 533400"/>
              <a:gd name="connsiteX54" fmla="*/ 86973 w 400050"/>
              <a:gd name="connsiteY54" fmla="*/ 210171 h 533400"/>
              <a:gd name="connsiteX55" fmla="*/ 86973 w 400050"/>
              <a:gd name="connsiteY55" fmla="*/ 191121 h 533400"/>
              <a:gd name="connsiteX56" fmla="*/ 315573 w 400050"/>
              <a:gd name="connsiteY56" fmla="*/ 191121 h 533400"/>
              <a:gd name="connsiteX57" fmla="*/ 267948 w 400050"/>
              <a:gd name="connsiteY57" fmla="*/ 19671 h 533400"/>
              <a:gd name="connsiteX58" fmla="*/ 134598 w 400050"/>
              <a:gd name="connsiteY58" fmla="*/ 19671 h 533400"/>
              <a:gd name="connsiteX59" fmla="*/ 125073 w 400050"/>
              <a:gd name="connsiteY59" fmla="*/ 28244 h 533400"/>
              <a:gd name="connsiteX60" fmla="*/ 125073 w 400050"/>
              <a:gd name="connsiteY60" fmla="*/ 29196 h 533400"/>
              <a:gd name="connsiteX61" fmla="*/ 125073 w 400050"/>
              <a:gd name="connsiteY61" fmla="*/ 67296 h 533400"/>
              <a:gd name="connsiteX62" fmla="*/ 133645 w 400050"/>
              <a:gd name="connsiteY62" fmla="*/ 76821 h 533400"/>
              <a:gd name="connsiteX63" fmla="*/ 134598 w 400050"/>
              <a:gd name="connsiteY63" fmla="*/ 76821 h 533400"/>
              <a:gd name="connsiteX64" fmla="*/ 267948 w 400050"/>
              <a:gd name="connsiteY64" fmla="*/ 76821 h 533400"/>
              <a:gd name="connsiteX65" fmla="*/ 277473 w 400050"/>
              <a:gd name="connsiteY65" fmla="*/ 68248 h 533400"/>
              <a:gd name="connsiteX66" fmla="*/ 277473 w 400050"/>
              <a:gd name="connsiteY66" fmla="*/ 67296 h 533400"/>
              <a:gd name="connsiteX67" fmla="*/ 277473 w 400050"/>
              <a:gd name="connsiteY67" fmla="*/ 29196 h 533400"/>
              <a:gd name="connsiteX68" fmla="*/ 267948 w 400050"/>
              <a:gd name="connsiteY68" fmla="*/ 19671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400050" h="533400">
                <a:moveTo>
                  <a:pt x="267948" y="621"/>
                </a:moveTo>
                <a:cubicBezTo>
                  <a:pt x="283188" y="621"/>
                  <a:pt x="295570" y="12051"/>
                  <a:pt x="296523" y="27291"/>
                </a:cubicBezTo>
                <a:lnTo>
                  <a:pt x="296523" y="29196"/>
                </a:lnTo>
                <a:lnTo>
                  <a:pt x="296523" y="38721"/>
                </a:lnTo>
                <a:lnTo>
                  <a:pt x="363198" y="38721"/>
                </a:lnTo>
                <a:cubicBezTo>
                  <a:pt x="383201" y="38721"/>
                  <a:pt x="400345" y="54914"/>
                  <a:pt x="401298" y="74916"/>
                </a:cubicBezTo>
                <a:lnTo>
                  <a:pt x="401298" y="76821"/>
                </a:lnTo>
                <a:lnTo>
                  <a:pt x="401298" y="495921"/>
                </a:lnTo>
                <a:cubicBezTo>
                  <a:pt x="401298" y="515923"/>
                  <a:pt x="385105" y="533069"/>
                  <a:pt x="365103" y="534021"/>
                </a:cubicBezTo>
                <a:lnTo>
                  <a:pt x="363198" y="534021"/>
                </a:lnTo>
                <a:lnTo>
                  <a:pt x="39348" y="534021"/>
                </a:lnTo>
                <a:cubicBezTo>
                  <a:pt x="19345" y="534021"/>
                  <a:pt x="2201" y="517828"/>
                  <a:pt x="1248" y="497826"/>
                </a:cubicBezTo>
                <a:lnTo>
                  <a:pt x="1248" y="495921"/>
                </a:lnTo>
                <a:lnTo>
                  <a:pt x="1248" y="76821"/>
                </a:lnTo>
                <a:cubicBezTo>
                  <a:pt x="1248" y="56819"/>
                  <a:pt x="17441" y="39673"/>
                  <a:pt x="37443" y="38721"/>
                </a:cubicBezTo>
                <a:lnTo>
                  <a:pt x="39348" y="38721"/>
                </a:lnTo>
                <a:lnTo>
                  <a:pt x="106023" y="38721"/>
                </a:lnTo>
                <a:lnTo>
                  <a:pt x="106023" y="29196"/>
                </a:lnTo>
                <a:cubicBezTo>
                  <a:pt x="106023" y="13956"/>
                  <a:pt x="117453" y="1573"/>
                  <a:pt x="132693" y="621"/>
                </a:cubicBezTo>
                <a:lnTo>
                  <a:pt x="134598" y="621"/>
                </a:lnTo>
                <a:lnTo>
                  <a:pt x="267948" y="621"/>
                </a:lnTo>
                <a:close/>
                <a:moveTo>
                  <a:pt x="106023" y="57771"/>
                </a:moveTo>
                <a:lnTo>
                  <a:pt x="39348" y="57771"/>
                </a:lnTo>
                <a:cubicBezTo>
                  <a:pt x="28870" y="57771"/>
                  <a:pt x="21251" y="65391"/>
                  <a:pt x="20298" y="75869"/>
                </a:cubicBezTo>
                <a:lnTo>
                  <a:pt x="20298" y="76821"/>
                </a:lnTo>
                <a:lnTo>
                  <a:pt x="20298" y="495921"/>
                </a:lnTo>
                <a:cubicBezTo>
                  <a:pt x="20298" y="506398"/>
                  <a:pt x="27918" y="514019"/>
                  <a:pt x="38395" y="514971"/>
                </a:cubicBezTo>
                <a:lnTo>
                  <a:pt x="39348" y="514971"/>
                </a:lnTo>
                <a:lnTo>
                  <a:pt x="363198" y="514971"/>
                </a:lnTo>
                <a:cubicBezTo>
                  <a:pt x="373676" y="514971"/>
                  <a:pt x="381295" y="507351"/>
                  <a:pt x="382248" y="496873"/>
                </a:cubicBezTo>
                <a:lnTo>
                  <a:pt x="382248" y="495921"/>
                </a:lnTo>
                <a:lnTo>
                  <a:pt x="382248" y="76821"/>
                </a:lnTo>
                <a:cubicBezTo>
                  <a:pt x="382248" y="66344"/>
                  <a:pt x="374628" y="58723"/>
                  <a:pt x="364151" y="57771"/>
                </a:cubicBezTo>
                <a:lnTo>
                  <a:pt x="363198" y="57771"/>
                </a:lnTo>
                <a:lnTo>
                  <a:pt x="296523" y="57771"/>
                </a:lnTo>
                <a:lnTo>
                  <a:pt x="296523" y="67296"/>
                </a:lnTo>
                <a:cubicBezTo>
                  <a:pt x="296523" y="82536"/>
                  <a:pt x="285093" y="94919"/>
                  <a:pt x="269853" y="95871"/>
                </a:cubicBezTo>
                <a:lnTo>
                  <a:pt x="267948" y="95871"/>
                </a:lnTo>
                <a:lnTo>
                  <a:pt x="134598" y="95871"/>
                </a:lnTo>
                <a:cubicBezTo>
                  <a:pt x="119358" y="95871"/>
                  <a:pt x="106976" y="84441"/>
                  <a:pt x="106023" y="69201"/>
                </a:cubicBezTo>
                <a:lnTo>
                  <a:pt x="106023" y="67296"/>
                </a:lnTo>
                <a:lnTo>
                  <a:pt x="106023" y="57771"/>
                </a:lnTo>
                <a:close/>
                <a:moveTo>
                  <a:pt x="201273" y="343521"/>
                </a:moveTo>
                <a:lnTo>
                  <a:pt x="201273" y="362571"/>
                </a:lnTo>
                <a:lnTo>
                  <a:pt x="86973" y="362571"/>
                </a:lnTo>
                <a:lnTo>
                  <a:pt x="86973" y="343521"/>
                </a:lnTo>
                <a:lnTo>
                  <a:pt x="201273" y="343521"/>
                </a:lnTo>
                <a:close/>
                <a:moveTo>
                  <a:pt x="315573" y="267321"/>
                </a:moveTo>
                <a:lnTo>
                  <a:pt x="315573" y="286371"/>
                </a:lnTo>
                <a:lnTo>
                  <a:pt x="86973" y="286371"/>
                </a:lnTo>
                <a:lnTo>
                  <a:pt x="86973" y="267321"/>
                </a:lnTo>
                <a:lnTo>
                  <a:pt x="315573" y="267321"/>
                </a:lnTo>
                <a:close/>
                <a:moveTo>
                  <a:pt x="315573" y="191121"/>
                </a:moveTo>
                <a:lnTo>
                  <a:pt x="315573" y="210171"/>
                </a:lnTo>
                <a:lnTo>
                  <a:pt x="86973" y="210171"/>
                </a:lnTo>
                <a:lnTo>
                  <a:pt x="86973" y="191121"/>
                </a:lnTo>
                <a:lnTo>
                  <a:pt x="315573" y="191121"/>
                </a:lnTo>
                <a:close/>
                <a:moveTo>
                  <a:pt x="267948" y="19671"/>
                </a:moveTo>
                <a:lnTo>
                  <a:pt x="134598" y="19671"/>
                </a:lnTo>
                <a:cubicBezTo>
                  <a:pt x="129836" y="19671"/>
                  <a:pt x="126026" y="23481"/>
                  <a:pt x="125073" y="28244"/>
                </a:cubicBezTo>
                <a:lnTo>
                  <a:pt x="125073" y="29196"/>
                </a:lnTo>
                <a:lnTo>
                  <a:pt x="125073" y="67296"/>
                </a:lnTo>
                <a:cubicBezTo>
                  <a:pt x="125073" y="72059"/>
                  <a:pt x="128883" y="75869"/>
                  <a:pt x="133645" y="76821"/>
                </a:cubicBezTo>
                <a:lnTo>
                  <a:pt x="134598" y="76821"/>
                </a:lnTo>
                <a:lnTo>
                  <a:pt x="267948" y="76821"/>
                </a:lnTo>
                <a:cubicBezTo>
                  <a:pt x="272711" y="76821"/>
                  <a:pt x="276520" y="73011"/>
                  <a:pt x="277473" y="68248"/>
                </a:cubicBezTo>
                <a:lnTo>
                  <a:pt x="277473" y="67296"/>
                </a:lnTo>
                <a:lnTo>
                  <a:pt x="277473" y="29196"/>
                </a:lnTo>
                <a:cubicBezTo>
                  <a:pt x="277473" y="23481"/>
                  <a:pt x="273663" y="19671"/>
                  <a:pt x="267948" y="1967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defRPr/>
            </a:pPr>
            <a:endParaRPr lang="zh-CN" altLang="en-US">
              <a:ea typeface="Microsoft YaHei" charset="-122"/>
            </a:endParaRPr>
          </a:p>
        </p:txBody>
      </p:sp>
      <p:sp>
        <p:nvSpPr>
          <p:cNvPr id="9" name="内容占位符 10"/>
          <p:cNvSpPr>
            <a:spLocks noGrp="1"/>
          </p:cNvSpPr>
          <p:nvPr>
            <p:ph sz="quarter" idx="29" hasCustomPrompt="1"/>
          </p:nvPr>
        </p:nvSpPr>
        <p:spPr>
          <a:xfrm>
            <a:off x="6396318" y="1473201"/>
            <a:ext cx="3836891" cy="404009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图片占位符 2"/>
          <p:cNvSpPr>
            <a:spLocks noGrp="1"/>
          </p:cNvSpPr>
          <p:nvPr>
            <p:ph type="pic" sz="quarter" idx="32"/>
          </p:nvPr>
        </p:nvSpPr>
        <p:spPr>
          <a:xfrm>
            <a:off x="1989605" y="1473200"/>
            <a:ext cx="4191000" cy="4040094"/>
          </a:xfrm>
        </p:spPr>
        <p:txBody>
          <a:bodyPr/>
          <a:lstStyle/>
          <a:p>
            <a:pPr lvl="0"/>
            <a:r>
              <a:rPr lang="zh-CN" altLang="en-US" noProof="0"/>
              <a:t>单击图标添加图片</a:t>
            </a:r>
            <a:endParaRPr lang="en-US" noProof="0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-1图2组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直接连接符 38"/>
          <p:cNvCxnSpPr/>
          <p:nvPr/>
        </p:nvCxnSpPr>
        <p:spPr>
          <a:xfrm>
            <a:off x="590551" y="6416675"/>
            <a:ext cx="1102571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灯片编号占位符 4"/>
          <p:cNvSpPr>
            <a:spLocks noGrp="1"/>
          </p:cNvSpPr>
          <p:nvPr>
            <p:ph type="sldNum" sz="quarter" idx="4"/>
          </p:nvPr>
        </p:nvSpPr>
        <p:spPr>
          <a:xfrm flipH="1">
            <a:off x="11205115" y="6489701"/>
            <a:ext cx="500524" cy="376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AED39-47C5-4F21-B93C-39BDEADD8457}" type="slidenum">
              <a:rPr lang="en-US" altLang="zh-CN" smtClean="0"/>
              <a:t>‹#›</a:t>
            </a:fld>
            <a:endParaRPr lang="zh-CN" altLang="en-US"/>
          </a:p>
        </p:txBody>
      </p:sp>
      <p:sp>
        <p:nvSpPr>
          <p:cNvPr id="6" name="标题占位符 1"/>
          <p:cNvSpPr>
            <a:spLocks noGrp="1"/>
          </p:cNvSpPr>
          <p:nvPr>
            <p:ph type="title"/>
          </p:nvPr>
        </p:nvSpPr>
        <p:spPr>
          <a:xfrm>
            <a:off x="474662" y="352165"/>
            <a:ext cx="9193769" cy="381431"/>
          </a:xfrm>
          <a:prstGeom prst="rect">
            <a:avLst/>
          </a:prstGeom>
        </p:spPr>
        <p:txBody>
          <a:bodyPr/>
          <a:lstStyle/>
          <a:p>
            <a:pPr marL="0" lvl="0">
              <a:lnSpc>
                <a:spcPct val="100000"/>
              </a:lnSpc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8" name="任意多边形 18"/>
          <p:cNvSpPr/>
          <p:nvPr/>
        </p:nvSpPr>
        <p:spPr>
          <a:xfrm>
            <a:off x="6289577" y="4217988"/>
            <a:ext cx="225425" cy="300037"/>
          </a:xfrm>
          <a:custGeom>
            <a:avLst/>
            <a:gdLst>
              <a:gd name="connsiteX0" fmla="*/ 267948 w 400050"/>
              <a:gd name="connsiteY0" fmla="*/ 621 h 533400"/>
              <a:gd name="connsiteX1" fmla="*/ 296523 w 400050"/>
              <a:gd name="connsiteY1" fmla="*/ 27291 h 533400"/>
              <a:gd name="connsiteX2" fmla="*/ 296523 w 400050"/>
              <a:gd name="connsiteY2" fmla="*/ 29196 h 533400"/>
              <a:gd name="connsiteX3" fmla="*/ 296523 w 400050"/>
              <a:gd name="connsiteY3" fmla="*/ 38721 h 533400"/>
              <a:gd name="connsiteX4" fmla="*/ 363198 w 400050"/>
              <a:gd name="connsiteY4" fmla="*/ 38721 h 533400"/>
              <a:gd name="connsiteX5" fmla="*/ 401298 w 400050"/>
              <a:gd name="connsiteY5" fmla="*/ 74916 h 533400"/>
              <a:gd name="connsiteX6" fmla="*/ 401298 w 400050"/>
              <a:gd name="connsiteY6" fmla="*/ 76821 h 533400"/>
              <a:gd name="connsiteX7" fmla="*/ 401298 w 400050"/>
              <a:gd name="connsiteY7" fmla="*/ 495921 h 533400"/>
              <a:gd name="connsiteX8" fmla="*/ 365103 w 400050"/>
              <a:gd name="connsiteY8" fmla="*/ 534021 h 533400"/>
              <a:gd name="connsiteX9" fmla="*/ 363198 w 400050"/>
              <a:gd name="connsiteY9" fmla="*/ 534021 h 533400"/>
              <a:gd name="connsiteX10" fmla="*/ 39348 w 400050"/>
              <a:gd name="connsiteY10" fmla="*/ 534021 h 533400"/>
              <a:gd name="connsiteX11" fmla="*/ 1248 w 400050"/>
              <a:gd name="connsiteY11" fmla="*/ 497826 h 533400"/>
              <a:gd name="connsiteX12" fmla="*/ 1248 w 400050"/>
              <a:gd name="connsiteY12" fmla="*/ 495921 h 533400"/>
              <a:gd name="connsiteX13" fmla="*/ 1248 w 400050"/>
              <a:gd name="connsiteY13" fmla="*/ 76821 h 533400"/>
              <a:gd name="connsiteX14" fmla="*/ 37443 w 400050"/>
              <a:gd name="connsiteY14" fmla="*/ 38721 h 533400"/>
              <a:gd name="connsiteX15" fmla="*/ 39348 w 400050"/>
              <a:gd name="connsiteY15" fmla="*/ 38721 h 533400"/>
              <a:gd name="connsiteX16" fmla="*/ 106023 w 400050"/>
              <a:gd name="connsiteY16" fmla="*/ 38721 h 533400"/>
              <a:gd name="connsiteX17" fmla="*/ 106023 w 400050"/>
              <a:gd name="connsiteY17" fmla="*/ 29196 h 533400"/>
              <a:gd name="connsiteX18" fmla="*/ 132693 w 400050"/>
              <a:gd name="connsiteY18" fmla="*/ 621 h 533400"/>
              <a:gd name="connsiteX19" fmla="*/ 134598 w 400050"/>
              <a:gd name="connsiteY19" fmla="*/ 621 h 533400"/>
              <a:gd name="connsiteX20" fmla="*/ 267948 w 400050"/>
              <a:gd name="connsiteY20" fmla="*/ 621 h 533400"/>
              <a:gd name="connsiteX21" fmla="*/ 106023 w 400050"/>
              <a:gd name="connsiteY21" fmla="*/ 57771 h 533400"/>
              <a:gd name="connsiteX22" fmla="*/ 39348 w 400050"/>
              <a:gd name="connsiteY22" fmla="*/ 57771 h 533400"/>
              <a:gd name="connsiteX23" fmla="*/ 20298 w 400050"/>
              <a:gd name="connsiteY23" fmla="*/ 75869 h 533400"/>
              <a:gd name="connsiteX24" fmla="*/ 20298 w 400050"/>
              <a:gd name="connsiteY24" fmla="*/ 76821 h 533400"/>
              <a:gd name="connsiteX25" fmla="*/ 20298 w 400050"/>
              <a:gd name="connsiteY25" fmla="*/ 495921 h 533400"/>
              <a:gd name="connsiteX26" fmla="*/ 38395 w 400050"/>
              <a:gd name="connsiteY26" fmla="*/ 514971 h 533400"/>
              <a:gd name="connsiteX27" fmla="*/ 39348 w 400050"/>
              <a:gd name="connsiteY27" fmla="*/ 514971 h 533400"/>
              <a:gd name="connsiteX28" fmla="*/ 363198 w 400050"/>
              <a:gd name="connsiteY28" fmla="*/ 514971 h 533400"/>
              <a:gd name="connsiteX29" fmla="*/ 382248 w 400050"/>
              <a:gd name="connsiteY29" fmla="*/ 496873 h 533400"/>
              <a:gd name="connsiteX30" fmla="*/ 382248 w 400050"/>
              <a:gd name="connsiteY30" fmla="*/ 495921 h 533400"/>
              <a:gd name="connsiteX31" fmla="*/ 382248 w 400050"/>
              <a:gd name="connsiteY31" fmla="*/ 76821 h 533400"/>
              <a:gd name="connsiteX32" fmla="*/ 364151 w 400050"/>
              <a:gd name="connsiteY32" fmla="*/ 57771 h 533400"/>
              <a:gd name="connsiteX33" fmla="*/ 363198 w 400050"/>
              <a:gd name="connsiteY33" fmla="*/ 57771 h 533400"/>
              <a:gd name="connsiteX34" fmla="*/ 296523 w 400050"/>
              <a:gd name="connsiteY34" fmla="*/ 57771 h 533400"/>
              <a:gd name="connsiteX35" fmla="*/ 296523 w 400050"/>
              <a:gd name="connsiteY35" fmla="*/ 67296 h 533400"/>
              <a:gd name="connsiteX36" fmla="*/ 269853 w 400050"/>
              <a:gd name="connsiteY36" fmla="*/ 95871 h 533400"/>
              <a:gd name="connsiteX37" fmla="*/ 267948 w 400050"/>
              <a:gd name="connsiteY37" fmla="*/ 95871 h 533400"/>
              <a:gd name="connsiteX38" fmla="*/ 134598 w 400050"/>
              <a:gd name="connsiteY38" fmla="*/ 95871 h 533400"/>
              <a:gd name="connsiteX39" fmla="*/ 106023 w 400050"/>
              <a:gd name="connsiteY39" fmla="*/ 69201 h 533400"/>
              <a:gd name="connsiteX40" fmla="*/ 106023 w 400050"/>
              <a:gd name="connsiteY40" fmla="*/ 67296 h 533400"/>
              <a:gd name="connsiteX41" fmla="*/ 106023 w 400050"/>
              <a:gd name="connsiteY41" fmla="*/ 57771 h 533400"/>
              <a:gd name="connsiteX42" fmla="*/ 201273 w 400050"/>
              <a:gd name="connsiteY42" fmla="*/ 343521 h 533400"/>
              <a:gd name="connsiteX43" fmla="*/ 201273 w 400050"/>
              <a:gd name="connsiteY43" fmla="*/ 362571 h 533400"/>
              <a:gd name="connsiteX44" fmla="*/ 86973 w 400050"/>
              <a:gd name="connsiteY44" fmla="*/ 362571 h 533400"/>
              <a:gd name="connsiteX45" fmla="*/ 86973 w 400050"/>
              <a:gd name="connsiteY45" fmla="*/ 343521 h 533400"/>
              <a:gd name="connsiteX46" fmla="*/ 201273 w 400050"/>
              <a:gd name="connsiteY46" fmla="*/ 343521 h 533400"/>
              <a:gd name="connsiteX47" fmla="*/ 315573 w 400050"/>
              <a:gd name="connsiteY47" fmla="*/ 267321 h 533400"/>
              <a:gd name="connsiteX48" fmla="*/ 315573 w 400050"/>
              <a:gd name="connsiteY48" fmla="*/ 286371 h 533400"/>
              <a:gd name="connsiteX49" fmla="*/ 86973 w 400050"/>
              <a:gd name="connsiteY49" fmla="*/ 286371 h 533400"/>
              <a:gd name="connsiteX50" fmla="*/ 86973 w 400050"/>
              <a:gd name="connsiteY50" fmla="*/ 267321 h 533400"/>
              <a:gd name="connsiteX51" fmla="*/ 315573 w 400050"/>
              <a:gd name="connsiteY51" fmla="*/ 267321 h 533400"/>
              <a:gd name="connsiteX52" fmla="*/ 315573 w 400050"/>
              <a:gd name="connsiteY52" fmla="*/ 191121 h 533400"/>
              <a:gd name="connsiteX53" fmla="*/ 315573 w 400050"/>
              <a:gd name="connsiteY53" fmla="*/ 210171 h 533400"/>
              <a:gd name="connsiteX54" fmla="*/ 86973 w 400050"/>
              <a:gd name="connsiteY54" fmla="*/ 210171 h 533400"/>
              <a:gd name="connsiteX55" fmla="*/ 86973 w 400050"/>
              <a:gd name="connsiteY55" fmla="*/ 191121 h 533400"/>
              <a:gd name="connsiteX56" fmla="*/ 315573 w 400050"/>
              <a:gd name="connsiteY56" fmla="*/ 191121 h 533400"/>
              <a:gd name="connsiteX57" fmla="*/ 267948 w 400050"/>
              <a:gd name="connsiteY57" fmla="*/ 19671 h 533400"/>
              <a:gd name="connsiteX58" fmla="*/ 134598 w 400050"/>
              <a:gd name="connsiteY58" fmla="*/ 19671 h 533400"/>
              <a:gd name="connsiteX59" fmla="*/ 125073 w 400050"/>
              <a:gd name="connsiteY59" fmla="*/ 28244 h 533400"/>
              <a:gd name="connsiteX60" fmla="*/ 125073 w 400050"/>
              <a:gd name="connsiteY60" fmla="*/ 29196 h 533400"/>
              <a:gd name="connsiteX61" fmla="*/ 125073 w 400050"/>
              <a:gd name="connsiteY61" fmla="*/ 67296 h 533400"/>
              <a:gd name="connsiteX62" fmla="*/ 133645 w 400050"/>
              <a:gd name="connsiteY62" fmla="*/ 76821 h 533400"/>
              <a:gd name="connsiteX63" fmla="*/ 134598 w 400050"/>
              <a:gd name="connsiteY63" fmla="*/ 76821 h 533400"/>
              <a:gd name="connsiteX64" fmla="*/ 267948 w 400050"/>
              <a:gd name="connsiteY64" fmla="*/ 76821 h 533400"/>
              <a:gd name="connsiteX65" fmla="*/ 277473 w 400050"/>
              <a:gd name="connsiteY65" fmla="*/ 68248 h 533400"/>
              <a:gd name="connsiteX66" fmla="*/ 277473 w 400050"/>
              <a:gd name="connsiteY66" fmla="*/ 67296 h 533400"/>
              <a:gd name="connsiteX67" fmla="*/ 277473 w 400050"/>
              <a:gd name="connsiteY67" fmla="*/ 29196 h 533400"/>
              <a:gd name="connsiteX68" fmla="*/ 267948 w 400050"/>
              <a:gd name="connsiteY68" fmla="*/ 19671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400050" h="533400">
                <a:moveTo>
                  <a:pt x="267948" y="621"/>
                </a:moveTo>
                <a:cubicBezTo>
                  <a:pt x="283188" y="621"/>
                  <a:pt x="295570" y="12051"/>
                  <a:pt x="296523" y="27291"/>
                </a:cubicBezTo>
                <a:lnTo>
                  <a:pt x="296523" y="29196"/>
                </a:lnTo>
                <a:lnTo>
                  <a:pt x="296523" y="38721"/>
                </a:lnTo>
                <a:lnTo>
                  <a:pt x="363198" y="38721"/>
                </a:lnTo>
                <a:cubicBezTo>
                  <a:pt x="383201" y="38721"/>
                  <a:pt x="400345" y="54914"/>
                  <a:pt x="401298" y="74916"/>
                </a:cubicBezTo>
                <a:lnTo>
                  <a:pt x="401298" y="76821"/>
                </a:lnTo>
                <a:lnTo>
                  <a:pt x="401298" y="495921"/>
                </a:lnTo>
                <a:cubicBezTo>
                  <a:pt x="401298" y="515923"/>
                  <a:pt x="385105" y="533069"/>
                  <a:pt x="365103" y="534021"/>
                </a:cubicBezTo>
                <a:lnTo>
                  <a:pt x="363198" y="534021"/>
                </a:lnTo>
                <a:lnTo>
                  <a:pt x="39348" y="534021"/>
                </a:lnTo>
                <a:cubicBezTo>
                  <a:pt x="19345" y="534021"/>
                  <a:pt x="2201" y="517828"/>
                  <a:pt x="1248" y="497826"/>
                </a:cubicBezTo>
                <a:lnTo>
                  <a:pt x="1248" y="495921"/>
                </a:lnTo>
                <a:lnTo>
                  <a:pt x="1248" y="76821"/>
                </a:lnTo>
                <a:cubicBezTo>
                  <a:pt x="1248" y="56819"/>
                  <a:pt x="17441" y="39673"/>
                  <a:pt x="37443" y="38721"/>
                </a:cubicBezTo>
                <a:lnTo>
                  <a:pt x="39348" y="38721"/>
                </a:lnTo>
                <a:lnTo>
                  <a:pt x="106023" y="38721"/>
                </a:lnTo>
                <a:lnTo>
                  <a:pt x="106023" y="29196"/>
                </a:lnTo>
                <a:cubicBezTo>
                  <a:pt x="106023" y="13956"/>
                  <a:pt x="117453" y="1573"/>
                  <a:pt x="132693" y="621"/>
                </a:cubicBezTo>
                <a:lnTo>
                  <a:pt x="134598" y="621"/>
                </a:lnTo>
                <a:lnTo>
                  <a:pt x="267948" y="621"/>
                </a:lnTo>
                <a:close/>
                <a:moveTo>
                  <a:pt x="106023" y="57771"/>
                </a:moveTo>
                <a:lnTo>
                  <a:pt x="39348" y="57771"/>
                </a:lnTo>
                <a:cubicBezTo>
                  <a:pt x="28870" y="57771"/>
                  <a:pt x="21251" y="65391"/>
                  <a:pt x="20298" y="75869"/>
                </a:cubicBezTo>
                <a:lnTo>
                  <a:pt x="20298" y="76821"/>
                </a:lnTo>
                <a:lnTo>
                  <a:pt x="20298" y="495921"/>
                </a:lnTo>
                <a:cubicBezTo>
                  <a:pt x="20298" y="506398"/>
                  <a:pt x="27918" y="514019"/>
                  <a:pt x="38395" y="514971"/>
                </a:cubicBezTo>
                <a:lnTo>
                  <a:pt x="39348" y="514971"/>
                </a:lnTo>
                <a:lnTo>
                  <a:pt x="363198" y="514971"/>
                </a:lnTo>
                <a:cubicBezTo>
                  <a:pt x="373676" y="514971"/>
                  <a:pt x="381295" y="507351"/>
                  <a:pt x="382248" y="496873"/>
                </a:cubicBezTo>
                <a:lnTo>
                  <a:pt x="382248" y="495921"/>
                </a:lnTo>
                <a:lnTo>
                  <a:pt x="382248" y="76821"/>
                </a:lnTo>
                <a:cubicBezTo>
                  <a:pt x="382248" y="66344"/>
                  <a:pt x="374628" y="58723"/>
                  <a:pt x="364151" y="57771"/>
                </a:cubicBezTo>
                <a:lnTo>
                  <a:pt x="363198" y="57771"/>
                </a:lnTo>
                <a:lnTo>
                  <a:pt x="296523" y="57771"/>
                </a:lnTo>
                <a:lnTo>
                  <a:pt x="296523" y="67296"/>
                </a:lnTo>
                <a:cubicBezTo>
                  <a:pt x="296523" y="82536"/>
                  <a:pt x="285093" y="94919"/>
                  <a:pt x="269853" y="95871"/>
                </a:cubicBezTo>
                <a:lnTo>
                  <a:pt x="267948" y="95871"/>
                </a:lnTo>
                <a:lnTo>
                  <a:pt x="134598" y="95871"/>
                </a:lnTo>
                <a:cubicBezTo>
                  <a:pt x="119358" y="95871"/>
                  <a:pt x="106976" y="84441"/>
                  <a:pt x="106023" y="69201"/>
                </a:cubicBezTo>
                <a:lnTo>
                  <a:pt x="106023" y="67296"/>
                </a:lnTo>
                <a:lnTo>
                  <a:pt x="106023" y="57771"/>
                </a:lnTo>
                <a:close/>
                <a:moveTo>
                  <a:pt x="201273" y="343521"/>
                </a:moveTo>
                <a:lnTo>
                  <a:pt x="201273" y="362571"/>
                </a:lnTo>
                <a:lnTo>
                  <a:pt x="86973" y="362571"/>
                </a:lnTo>
                <a:lnTo>
                  <a:pt x="86973" y="343521"/>
                </a:lnTo>
                <a:lnTo>
                  <a:pt x="201273" y="343521"/>
                </a:lnTo>
                <a:close/>
                <a:moveTo>
                  <a:pt x="315573" y="267321"/>
                </a:moveTo>
                <a:lnTo>
                  <a:pt x="315573" y="286371"/>
                </a:lnTo>
                <a:lnTo>
                  <a:pt x="86973" y="286371"/>
                </a:lnTo>
                <a:lnTo>
                  <a:pt x="86973" y="267321"/>
                </a:lnTo>
                <a:lnTo>
                  <a:pt x="315573" y="267321"/>
                </a:lnTo>
                <a:close/>
                <a:moveTo>
                  <a:pt x="315573" y="191121"/>
                </a:moveTo>
                <a:lnTo>
                  <a:pt x="315573" y="210171"/>
                </a:lnTo>
                <a:lnTo>
                  <a:pt x="86973" y="210171"/>
                </a:lnTo>
                <a:lnTo>
                  <a:pt x="86973" y="191121"/>
                </a:lnTo>
                <a:lnTo>
                  <a:pt x="315573" y="191121"/>
                </a:lnTo>
                <a:close/>
                <a:moveTo>
                  <a:pt x="267948" y="19671"/>
                </a:moveTo>
                <a:lnTo>
                  <a:pt x="134598" y="19671"/>
                </a:lnTo>
                <a:cubicBezTo>
                  <a:pt x="129836" y="19671"/>
                  <a:pt x="126026" y="23481"/>
                  <a:pt x="125073" y="28244"/>
                </a:cubicBezTo>
                <a:lnTo>
                  <a:pt x="125073" y="29196"/>
                </a:lnTo>
                <a:lnTo>
                  <a:pt x="125073" y="67296"/>
                </a:lnTo>
                <a:cubicBezTo>
                  <a:pt x="125073" y="72059"/>
                  <a:pt x="128883" y="75869"/>
                  <a:pt x="133645" y="76821"/>
                </a:cubicBezTo>
                <a:lnTo>
                  <a:pt x="134598" y="76821"/>
                </a:lnTo>
                <a:lnTo>
                  <a:pt x="267948" y="76821"/>
                </a:lnTo>
                <a:cubicBezTo>
                  <a:pt x="272711" y="76821"/>
                  <a:pt x="276520" y="73011"/>
                  <a:pt x="277473" y="68248"/>
                </a:cubicBezTo>
                <a:lnTo>
                  <a:pt x="277473" y="67296"/>
                </a:lnTo>
                <a:lnTo>
                  <a:pt x="277473" y="29196"/>
                </a:lnTo>
                <a:cubicBezTo>
                  <a:pt x="277473" y="23481"/>
                  <a:pt x="273663" y="19671"/>
                  <a:pt x="267948" y="1967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defRPr/>
            </a:pPr>
            <a:endParaRPr lang="zh-CN" altLang="en-US">
              <a:ea typeface="Microsoft YaHei" charset="-122"/>
            </a:endParaRPr>
          </a:p>
        </p:txBody>
      </p:sp>
      <p:sp>
        <p:nvSpPr>
          <p:cNvPr id="12" name="内容占位符 10"/>
          <p:cNvSpPr>
            <a:spLocks noGrp="1"/>
          </p:cNvSpPr>
          <p:nvPr>
            <p:ph sz="quarter" idx="20" hasCustomPrompt="1"/>
          </p:nvPr>
        </p:nvSpPr>
        <p:spPr>
          <a:xfrm>
            <a:off x="1761565" y="1566619"/>
            <a:ext cx="4154243" cy="394466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3" name="内容占位符 10"/>
          <p:cNvSpPr>
            <a:spLocks noGrp="1"/>
          </p:cNvSpPr>
          <p:nvPr>
            <p:ph sz="quarter" idx="29" hasCustomPrompt="1"/>
          </p:nvPr>
        </p:nvSpPr>
        <p:spPr>
          <a:xfrm>
            <a:off x="6062380" y="1566807"/>
            <a:ext cx="3922059" cy="184673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4" name="内容占位符 10"/>
          <p:cNvSpPr>
            <a:spLocks noGrp="1"/>
          </p:cNvSpPr>
          <p:nvPr>
            <p:ph sz="quarter" idx="30" hasCustomPrompt="1"/>
          </p:nvPr>
        </p:nvSpPr>
        <p:spPr>
          <a:xfrm>
            <a:off x="6071344" y="3565936"/>
            <a:ext cx="3922059" cy="19453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-2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直接连接符 38"/>
          <p:cNvCxnSpPr/>
          <p:nvPr/>
        </p:nvCxnSpPr>
        <p:spPr>
          <a:xfrm>
            <a:off x="590551" y="6416675"/>
            <a:ext cx="1102571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灯片编号占位符 4"/>
          <p:cNvSpPr>
            <a:spLocks noGrp="1"/>
          </p:cNvSpPr>
          <p:nvPr>
            <p:ph type="sldNum" sz="quarter" idx="4"/>
          </p:nvPr>
        </p:nvSpPr>
        <p:spPr>
          <a:xfrm flipH="1">
            <a:off x="11205115" y="6489701"/>
            <a:ext cx="500524" cy="376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AED39-47C5-4F21-B93C-39BDEADD8457}" type="slidenum">
              <a:rPr lang="en-US" altLang="zh-CN" smtClean="0"/>
              <a:t>‹#›</a:t>
            </a:fld>
            <a:endParaRPr lang="zh-CN" altLang="en-US"/>
          </a:p>
        </p:txBody>
      </p:sp>
      <p:sp>
        <p:nvSpPr>
          <p:cNvPr id="6" name="标题占位符 1"/>
          <p:cNvSpPr>
            <a:spLocks noGrp="1"/>
          </p:cNvSpPr>
          <p:nvPr>
            <p:ph type="title"/>
          </p:nvPr>
        </p:nvSpPr>
        <p:spPr>
          <a:xfrm>
            <a:off x="474662" y="352165"/>
            <a:ext cx="9193769" cy="381431"/>
          </a:xfrm>
          <a:prstGeom prst="rect">
            <a:avLst/>
          </a:prstGeom>
        </p:spPr>
        <p:txBody>
          <a:bodyPr/>
          <a:lstStyle/>
          <a:p>
            <a:pPr marL="0" lvl="0">
              <a:lnSpc>
                <a:spcPct val="100000"/>
              </a:lnSpc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8" name="图片占位符 2"/>
          <p:cNvSpPr>
            <a:spLocks noGrp="1"/>
          </p:cNvSpPr>
          <p:nvPr>
            <p:ph type="pic" sz="quarter" idx="25"/>
          </p:nvPr>
        </p:nvSpPr>
        <p:spPr>
          <a:xfrm>
            <a:off x="1856514" y="1665093"/>
            <a:ext cx="4090957" cy="4012521"/>
          </a:xfrm>
        </p:spPr>
        <p:txBody>
          <a:bodyPr/>
          <a:lstStyle/>
          <a:p>
            <a:pPr lvl="0"/>
            <a:r>
              <a:rPr lang="zh-CN" altLang="en-US" noProof="0"/>
              <a:t>单击图标添加图片</a:t>
            </a:r>
            <a:endParaRPr lang="en-US" noProof="0"/>
          </a:p>
        </p:txBody>
      </p:sp>
      <p:sp>
        <p:nvSpPr>
          <p:cNvPr id="12" name="图片占位符 2"/>
          <p:cNvSpPr>
            <a:spLocks noGrp="1"/>
          </p:cNvSpPr>
          <p:nvPr>
            <p:ph type="pic" sz="quarter" idx="26"/>
          </p:nvPr>
        </p:nvSpPr>
        <p:spPr>
          <a:xfrm>
            <a:off x="6096000" y="1665092"/>
            <a:ext cx="4090957" cy="4012521"/>
          </a:xfrm>
        </p:spPr>
        <p:txBody>
          <a:bodyPr/>
          <a:lstStyle/>
          <a:p>
            <a:pPr lvl="0"/>
            <a:r>
              <a:rPr lang="zh-CN" altLang="en-US" noProof="0"/>
              <a:t>单击图标添加图片</a:t>
            </a:r>
            <a:endParaRPr lang="en-US" noProof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-2图2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直接连接符 38"/>
          <p:cNvCxnSpPr/>
          <p:nvPr/>
        </p:nvCxnSpPr>
        <p:spPr>
          <a:xfrm>
            <a:off x="590551" y="6416675"/>
            <a:ext cx="1102571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灯片编号占位符 4"/>
          <p:cNvSpPr>
            <a:spLocks noGrp="1"/>
          </p:cNvSpPr>
          <p:nvPr>
            <p:ph type="sldNum" sz="quarter" idx="4"/>
          </p:nvPr>
        </p:nvSpPr>
        <p:spPr>
          <a:xfrm flipH="1">
            <a:off x="11205115" y="6489701"/>
            <a:ext cx="500524" cy="376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AED39-47C5-4F21-B93C-39BDEADD8457}" type="slidenum">
              <a:rPr lang="en-US" altLang="zh-CN" smtClean="0"/>
              <a:t>‹#›</a:t>
            </a:fld>
            <a:endParaRPr lang="zh-CN" altLang="en-US"/>
          </a:p>
        </p:txBody>
      </p:sp>
      <p:sp>
        <p:nvSpPr>
          <p:cNvPr id="6" name="标题占位符 1"/>
          <p:cNvSpPr>
            <a:spLocks noGrp="1"/>
          </p:cNvSpPr>
          <p:nvPr>
            <p:ph type="title"/>
          </p:nvPr>
        </p:nvSpPr>
        <p:spPr>
          <a:xfrm>
            <a:off x="474662" y="352165"/>
            <a:ext cx="9193769" cy="381431"/>
          </a:xfrm>
          <a:prstGeom prst="rect">
            <a:avLst/>
          </a:prstGeom>
        </p:spPr>
        <p:txBody>
          <a:bodyPr/>
          <a:lstStyle/>
          <a:p>
            <a:pPr marL="0" lvl="0">
              <a:lnSpc>
                <a:spcPct val="100000"/>
              </a:lnSpc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8" name="任意多边形 9"/>
          <p:cNvSpPr/>
          <p:nvPr/>
        </p:nvSpPr>
        <p:spPr>
          <a:xfrm>
            <a:off x="1665898" y="4819406"/>
            <a:ext cx="233363" cy="255588"/>
          </a:xfrm>
          <a:custGeom>
            <a:avLst/>
            <a:gdLst>
              <a:gd name="connsiteX0" fmla="*/ 368431 w 488073"/>
              <a:gd name="connsiteY0" fmla="*/ 621 h 533400"/>
              <a:gd name="connsiteX1" fmla="*/ 368431 w 488073"/>
              <a:gd name="connsiteY1" fmla="*/ 19671 h 533400"/>
              <a:gd name="connsiteX2" fmla="*/ 339856 w 488073"/>
              <a:gd name="connsiteY2" fmla="*/ 19671 h 533400"/>
              <a:gd name="connsiteX3" fmla="*/ 339856 w 488073"/>
              <a:gd name="connsiteY3" fmla="*/ 135876 h 533400"/>
              <a:gd name="connsiteX4" fmla="*/ 341761 w 488073"/>
              <a:gd name="connsiteY4" fmla="*/ 145401 h 533400"/>
              <a:gd name="connsiteX5" fmla="*/ 342713 w 488073"/>
              <a:gd name="connsiteY5" fmla="*/ 147306 h 533400"/>
              <a:gd name="connsiteX6" fmla="*/ 483683 w 488073"/>
              <a:gd name="connsiteY6" fmla="*/ 464489 h 533400"/>
              <a:gd name="connsiteX7" fmla="*/ 484636 w 488073"/>
              <a:gd name="connsiteY7" fmla="*/ 509256 h 533400"/>
              <a:gd name="connsiteX8" fmla="*/ 448441 w 488073"/>
              <a:gd name="connsiteY8" fmla="*/ 534021 h 533400"/>
              <a:gd name="connsiteX9" fmla="*/ 448441 w 488073"/>
              <a:gd name="connsiteY9" fmla="*/ 534021 h 533400"/>
              <a:gd name="connsiteX10" fmla="*/ 40771 w 488073"/>
              <a:gd name="connsiteY10" fmla="*/ 534021 h 533400"/>
              <a:gd name="connsiteX11" fmla="*/ 4576 w 488073"/>
              <a:gd name="connsiteY11" fmla="*/ 509256 h 533400"/>
              <a:gd name="connsiteX12" fmla="*/ 5528 w 488073"/>
              <a:gd name="connsiteY12" fmla="*/ 464489 h 533400"/>
              <a:gd name="connsiteX13" fmla="*/ 5528 w 488073"/>
              <a:gd name="connsiteY13" fmla="*/ 464489 h 533400"/>
              <a:gd name="connsiteX14" fmla="*/ 146498 w 488073"/>
              <a:gd name="connsiteY14" fmla="*/ 147306 h 533400"/>
              <a:gd name="connsiteX15" fmla="*/ 149356 w 488073"/>
              <a:gd name="connsiteY15" fmla="*/ 135876 h 533400"/>
              <a:gd name="connsiteX16" fmla="*/ 149356 w 488073"/>
              <a:gd name="connsiteY16" fmla="*/ 135876 h 533400"/>
              <a:gd name="connsiteX17" fmla="*/ 149356 w 488073"/>
              <a:gd name="connsiteY17" fmla="*/ 19671 h 533400"/>
              <a:gd name="connsiteX18" fmla="*/ 120781 w 488073"/>
              <a:gd name="connsiteY18" fmla="*/ 19671 h 533400"/>
              <a:gd name="connsiteX19" fmla="*/ 120781 w 488073"/>
              <a:gd name="connsiteY19" fmla="*/ 621 h 533400"/>
              <a:gd name="connsiteX20" fmla="*/ 368431 w 488073"/>
              <a:gd name="connsiteY20" fmla="*/ 621 h 533400"/>
              <a:gd name="connsiteX21" fmla="*/ 253178 w 488073"/>
              <a:gd name="connsiteY21" fmla="*/ 415911 h 533400"/>
              <a:gd name="connsiteX22" fmla="*/ 250321 w 488073"/>
              <a:gd name="connsiteY22" fmla="*/ 417816 h 533400"/>
              <a:gd name="connsiteX23" fmla="*/ 51248 w 488073"/>
              <a:gd name="connsiteY23" fmla="*/ 409244 h 533400"/>
              <a:gd name="connsiteX24" fmla="*/ 23626 w 488073"/>
              <a:gd name="connsiteY24" fmla="*/ 471156 h 533400"/>
              <a:gd name="connsiteX25" fmla="*/ 22673 w 488073"/>
              <a:gd name="connsiteY25" fmla="*/ 501636 h 533400"/>
              <a:gd name="connsiteX26" fmla="*/ 40771 w 488073"/>
              <a:gd name="connsiteY26" fmla="*/ 514971 h 533400"/>
              <a:gd name="connsiteX27" fmla="*/ 40771 w 488073"/>
              <a:gd name="connsiteY27" fmla="*/ 514971 h 533400"/>
              <a:gd name="connsiteX28" fmla="*/ 447488 w 488073"/>
              <a:gd name="connsiteY28" fmla="*/ 514971 h 533400"/>
              <a:gd name="connsiteX29" fmla="*/ 465586 w 488073"/>
              <a:gd name="connsiteY29" fmla="*/ 502589 h 533400"/>
              <a:gd name="connsiteX30" fmla="*/ 464633 w 488073"/>
              <a:gd name="connsiteY30" fmla="*/ 472109 h 533400"/>
              <a:gd name="connsiteX31" fmla="*/ 464633 w 488073"/>
              <a:gd name="connsiteY31" fmla="*/ 472109 h 533400"/>
              <a:gd name="connsiteX32" fmla="*/ 436058 w 488073"/>
              <a:gd name="connsiteY32" fmla="*/ 408291 h 533400"/>
              <a:gd name="connsiteX33" fmla="*/ 435106 w 488073"/>
              <a:gd name="connsiteY33" fmla="*/ 408291 h 533400"/>
              <a:gd name="connsiteX34" fmla="*/ 253178 w 488073"/>
              <a:gd name="connsiteY34" fmla="*/ 415911 h 533400"/>
              <a:gd name="connsiteX35" fmla="*/ 320806 w 488073"/>
              <a:gd name="connsiteY35" fmla="*/ 19671 h 533400"/>
              <a:gd name="connsiteX36" fmla="*/ 168406 w 488073"/>
              <a:gd name="connsiteY36" fmla="*/ 19671 h 533400"/>
              <a:gd name="connsiteX37" fmla="*/ 168406 w 488073"/>
              <a:gd name="connsiteY37" fmla="*/ 135876 h 533400"/>
              <a:gd name="connsiteX38" fmla="*/ 165548 w 488073"/>
              <a:gd name="connsiteY38" fmla="*/ 153021 h 533400"/>
              <a:gd name="connsiteX39" fmla="*/ 165548 w 488073"/>
              <a:gd name="connsiteY39" fmla="*/ 153021 h 533400"/>
              <a:gd name="connsiteX40" fmla="*/ 164596 w 488073"/>
              <a:gd name="connsiteY40" fmla="*/ 155878 h 533400"/>
              <a:gd name="connsiteX41" fmla="*/ 58868 w 488073"/>
              <a:gd name="connsiteY41" fmla="*/ 392098 h 533400"/>
              <a:gd name="connsiteX42" fmla="*/ 236033 w 488073"/>
              <a:gd name="connsiteY42" fmla="*/ 404481 h 533400"/>
              <a:gd name="connsiteX43" fmla="*/ 238891 w 488073"/>
              <a:gd name="connsiteY43" fmla="*/ 402576 h 533400"/>
              <a:gd name="connsiteX44" fmla="*/ 425581 w 488073"/>
              <a:gd name="connsiteY44" fmla="*/ 382573 h 533400"/>
              <a:gd name="connsiteX45" fmla="*/ 324616 w 488073"/>
              <a:gd name="connsiteY45" fmla="*/ 154926 h 533400"/>
              <a:gd name="connsiteX46" fmla="*/ 320806 w 488073"/>
              <a:gd name="connsiteY46" fmla="*/ 135876 h 533400"/>
              <a:gd name="connsiteX47" fmla="*/ 320806 w 488073"/>
              <a:gd name="connsiteY47" fmla="*/ 135876 h 533400"/>
              <a:gd name="connsiteX48" fmla="*/ 320806 w 488073"/>
              <a:gd name="connsiteY48" fmla="*/ 19671 h 533400"/>
              <a:gd name="connsiteX49" fmla="*/ 306518 w 488073"/>
              <a:gd name="connsiteY49" fmla="*/ 248271 h 533400"/>
              <a:gd name="connsiteX50" fmla="*/ 349381 w 488073"/>
              <a:gd name="connsiteY50" fmla="*/ 291134 h 533400"/>
              <a:gd name="connsiteX51" fmla="*/ 306518 w 488073"/>
              <a:gd name="connsiteY51" fmla="*/ 333996 h 533400"/>
              <a:gd name="connsiteX52" fmla="*/ 263656 w 488073"/>
              <a:gd name="connsiteY52" fmla="*/ 291134 h 533400"/>
              <a:gd name="connsiteX53" fmla="*/ 306518 w 488073"/>
              <a:gd name="connsiteY53" fmla="*/ 248271 h 533400"/>
              <a:gd name="connsiteX54" fmla="*/ 306518 w 488073"/>
              <a:gd name="connsiteY54" fmla="*/ 267321 h 533400"/>
              <a:gd name="connsiteX55" fmla="*/ 282706 w 488073"/>
              <a:gd name="connsiteY55" fmla="*/ 291134 h 533400"/>
              <a:gd name="connsiteX56" fmla="*/ 306518 w 488073"/>
              <a:gd name="connsiteY56" fmla="*/ 314946 h 533400"/>
              <a:gd name="connsiteX57" fmla="*/ 330331 w 488073"/>
              <a:gd name="connsiteY57" fmla="*/ 291134 h 533400"/>
              <a:gd name="connsiteX58" fmla="*/ 306518 w 488073"/>
              <a:gd name="connsiteY58" fmla="*/ 267321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488073" h="533400">
                <a:moveTo>
                  <a:pt x="368431" y="621"/>
                </a:moveTo>
                <a:lnTo>
                  <a:pt x="368431" y="19671"/>
                </a:lnTo>
                <a:lnTo>
                  <a:pt x="339856" y="19671"/>
                </a:lnTo>
                <a:lnTo>
                  <a:pt x="339856" y="135876"/>
                </a:lnTo>
                <a:cubicBezTo>
                  <a:pt x="339856" y="138734"/>
                  <a:pt x="340808" y="142544"/>
                  <a:pt x="341761" y="145401"/>
                </a:cubicBezTo>
                <a:lnTo>
                  <a:pt x="342713" y="147306"/>
                </a:lnTo>
                <a:lnTo>
                  <a:pt x="483683" y="464489"/>
                </a:lnTo>
                <a:cubicBezTo>
                  <a:pt x="490351" y="478776"/>
                  <a:pt x="490351" y="494969"/>
                  <a:pt x="484636" y="509256"/>
                </a:cubicBezTo>
                <a:cubicBezTo>
                  <a:pt x="478921" y="524496"/>
                  <a:pt x="464633" y="534021"/>
                  <a:pt x="448441" y="534021"/>
                </a:cubicBezTo>
                <a:lnTo>
                  <a:pt x="448441" y="534021"/>
                </a:lnTo>
                <a:lnTo>
                  <a:pt x="40771" y="534021"/>
                </a:lnTo>
                <a:cubicBezTo>
                  <a:pt x="24578" y="534021"/>
                  <a:pt x="10291" y="524496"/>
                  <a:pt x="4576" y="509256"/>
                </a:cubicBezTo>
                <a:cubicBezTo>
                  <a:pt x="-1139" y="494969"/>
                  <a:pt x="-187" y="478776"/>
                  <a:pt x="5528" y="464489"/>
                </a:cubicBezTo>
                <a:lnTo>
                  <a:pt x="5528" y="464489"/>
                </a:lnTo>
                <a:lnTo>
                  <a:pt x="146498" y="147306"/>
                </a:lnTo>
                <a:cubicBezTo>
                  <a:pt x="148403" y="143496"/>
                  <a:pt x="149356" y="139686"/>
                  <a:pt x="149356" y="135876"/>
                </a:cubicBezTo>
                <a:lnTo>
                  <a:pt x="149356" y="135876"/>
                </a:lnTo>
                <a:lnTo>
                  <a:pt x="149356" y="19671"/>
                </a:lnTo>
                <a:lnTo>
                  <a:pt x="120781" y="19671"/>
                </a:lnTo>
                <a:lnTo>
                  <a:pt x="120781" y="621"/>
                </a:lnTo>
                <a:lnTo>
                  <a:pt x="368431" y="621"/>
                </a:lnTo>
                <a:close/>
                <a:moveTo>
                  <a:pt x="253178" y="415911"/>
                </a:moveTo>
                <a:lnTo>
                  <a:pt x="250321" y="417816"/>
                </a:lnTo>
                <a:cubicBezTo>
                  <a:pt x="195076" y="456869"/>
                  <a:pt x="119828" y="453059"/>
                  <a:pt x="51248" y="409244"/>
                </a:cubicBezTo>
                <a:lnTo>
                  <a:pt x="23626" y="471156"/>
                </a:lnTo>
                <a:cubicBezTo>
                  <a:pt x="19816" y="480681"/>
                  <a:pt x="18863" y="491159"/>
                  <a:pt x="22673" y="501636"/>
                </a:cubicBezTo>
                <a:cubicBezTo>
                  <a:pt x="25531" y="510209"/>
                  <a:pt x="33151" y="514971"/>
                  <a:pt x="40771" y="514971"/>
                </a:cubicBezTo>
                <a:lnTo>
                  <a:pt x="40771" y="514971"/>
                </a:lnTo>
                <a:lnTo>
                  <a:pt x="447488" y="514971"/>
                </a:lnTo>
                <a:cubicBezTo>
                  <a:pt x="456061" y="514971"/>
                  <a:pt x="462728" y="510209"/>
                  <a:pt x="465586" y="502589"/>
                </a:cubicBezTo>
                <a:cubicBezTo>
                  <a:pt x="469396" y="493064"/>
                  <a:pt x="469396" y="481634"/>
                  <a:pt x="464633" y="472109"/>
                </a:cubicBezTo>
                <a:lnTo>
                  <a:pt x="464633" y="472109"/>
                </a:lnTo>
                <a:lnTo>
                  <a:pt x="436058" y="408291"/>
                </a:lnTo>
                <a:lnTo>
                  <a:pt x="435106" y="408291"/>
                </a:lnTo>
                <a:cubicBezTo>
                  <a:pt x="375098" y="378764"/>
                  <a:pt x="302708" y="382573"/>
                  <a:pt x="253178" y="415911"/>
                </a:cubicBezTo>
                <a:close/>
                <a:moveTo>
                  <a:pt x="320806" y="19671"/>
                </a:moveTo>
                <a:lnTo>
                  <a:pt x="168406" y="19671"/>
                </a:lnTo>
                <a:lnTo>
                  <a:pt x="168406" y="135876"/>
                </a:lnTo>
                <a:cubicBezTo>
                  <a:pt x="168406" y="141591"/>
                  <a:pt x="167453" y="147306"/>
                  <a:pt x="165548" y="153021"/>
                </a:cubicBezTo>
                <a:lnTo>
                  <a:pt x="165548" y="153021"/>
                </a:lnTo>
                <a:lnTo>
                  <a:pt x="164596" y="155878"/>
                </a:lnTo>
                <a:lnTo>
                  <a:pt x="58868" y="392098"/>
                </a:lnTo>
                <a:cubicBezTo>
                  <a:pt x="120781" y="432103"/>
                  <a:pt x="187456" y="436866"/>
                  <a:pt x="236033" y="404481"/>
                </a:cubicBezTo>
                <a:lnTo>
                  <a:pt x="238891" y="402576"/>
                </a:lnTo>
                <a:cubicBezTo>
                  <a:pt x="290326" y="366381"/>
                  <a:pt x="361763" y="359714"/>
                  <a:pt x="425581" y="382573"/>
                </a:cubicBezTo>
                <a:lnTo>
                  <a:pt x="324616" y="154926"/>
                </a:lnTo>
                <a:cubicBezTo>
                  <a:pt x="321758" y="149211"/>
                  <a:pt x="320806" y="142544"/>
                  <a:pt x="320806" y="135876"/>
                </a:cubicBezTo>
                <a:lnTo>
                  <a:pt x="320806" y="135876"/>
                </a:lnTo>
                <a:lnTo>
                  <a:pt x="320806" y="19671"/>
                </a:lnTo>
                <a:close/>
                <a:moveTo>
                  <a:pt x="306518" y="248271"/>
                </a:moveTo>
                <a:cubicBezTo>
                  <a:pt x="330331" y="248271"/>
                  <a:pt x="349381" y="267321"/>
                  <a:pt x="349381" y="291134"/>
                </a:cubicBezTo>
                <a:cubicBezTo>
                  <a:pt x="349381" y="314946"/>
                  <a:pt x="330331" y="333996"/>
                  <a:pt x="306518" y="333996"/>
                </a:cubicBezTo>
                <a:cubicBezTo>
                  <a:pt x="282706" y="333996"/>
                  <a:pt x="263656" y="314946"/>
                  <a:pt x="263656" y="291134"/>
                </a:cubicBezTo>
                <a:cubicBezTo>
                  <a:pt x="263656" y="267321"/>
                  <a:pt x="282706" y="248271"/>
                  <a:pt x="306518" y="248271"/>
                </a:cubicBezTo>
                <a:close/>
                <a:moveTo>
                  <a:pt x="306518" y="267321"/>
                </a:moveTo>
                <a:cubicBezTo>
                  <a:pt x="293183" y="267321"/>
                  <a:pt x="282706" y="277798"/>
                  <a:pt x="282706" y="291134"/>
                </a:cubicBezTo>
                <a:cubicBezTo>
                  <a:pt x="282706" y="304469"/>
                  <a:pt x="293183" y="314946"/>
                  <a:pt x="306518" y="314946"/>
                </a:cubicBezTo>
                <a:cubicBezTo>
                  <a:pt x="319853" y="314946"/>
                  <a:pt x="330331" y="304469"/>
                  <a:pt x="330331" y="291134"/>
                </a:cubicBezTo>
                <a:cubicBezTo>
                  <a:pt x="330331" y="277798"/>
                  <a:pt x="319853" y="267321"/>
                  <a:pt x="306518" y="26732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defRPr/>
            </a:pPr>
            <a:endParaRPr lang="zh-CN" altLang="en-US">
              <a:ea typeface="Microsoft YaHei" charset="-122"/>
            </a:endParaRPr>
          </a:p>
        </p:txBody>
      </p:sp>
      <p:sp>
        <p:nvSpPr>
          <p:cNvPr id="12" name="任意多边形 15"/>
          <p:cNvSpPr/>
          <p:nvPr/>
        </p:nvSpPr>
        <p:spPr>
          <a:xfrm>
            <a:off x="6253773" y="4824169"/>
            <a:ext cx="249238" cy="247650"/>
          </a:xfrm>
          <a:custGeom>
            <a:avLst/>
            <a:gdLst>
              <a:gd name="connsiteX0" fmla="*/ 266700 w 533400"/>
              <a:gd name="connsiteY0" fmla="*/ 285750 h 533400"/>
              <a:gd name="connsiteX1" fmla="*/ 409575 w 533400"/>
              <a:gd name="connsiteY1" fmla="*/ 142875 h 533400"/>
              <a:gd name="connsiteX2" fmla="*/ 266700 w 533400"/>
              <a:gd name="connsiteY2" fmla="*/ 0 h 533400"/>
              <a:gd name="connsiteX3" fmla="*/ 123825 w 533400"/>
              <a:gd name="connsiteY3" fmla="*/ 142875 h 533400"/>
              <a:gd name="connsiteX4" fmla="*/ 266700 w 533400"/>
              <a:gd name="connsiteY4" fmla="*/ 285750 h 533400"/>
              <a:gd name="connsiteX5" fmla="*/ 266700 w 533400"/>
              <a:gd name="connsiteY5" fmla="*/ 19050 h 533400"/>
              <a:gd name="connsiteX6" fmla="*/ 390525 w 533400"/>
              <a:gd name="connsiteY6" fmla="*/ 142875 h 533400"/>
              <a:gd name="connsiteX7" fmla="*/ 266700 w 533400"/>
              <a:gd name="connsiteY7" fmla="*/ 266700 h 533400"/>
              <a:gd name="connsiteX8" fmla="*/ 142875 w 533400"/>
              <a:gd name="connsiteY8" fmla="*/ 142875 h 533400"/>
              <a:gd name="connsiteX9" fmla="*/ 266700 w 533400"/>
              <a:gd name="connsiteY9" fmla="*/ 19050 h 533400"/>
              <a:gd name="connsiteX10" fmla="*/ 419100 w 533400"/>
              <a:gd name="connsiteY10" fmla="*/ 333375 h 533400"/>
              <a:gd name="connsiteX11" fmla="*/ 114300 w 533400"/>
              <a:gd name="connsiteY11" fmla="*/ 333375 h 533400"/>
              <a:gd name="connsiteX12" fmla="*/ 0 w 533400"/>
              <a:gd name="connsiteY12" fmla="*/ 447675 h 533400"/>
              <a:gd name="connsiteX13" fmla="*/ 0 w 533400"/>
              <a:gd name="connsiteY13" fmla="*/ 533400 h 533400"/>
              <a:gd name="connsiteX14" fmla="*/ 19050 w 533400"/>
              <a:gd name="connsiteY14" fmla="*/ 533400 h 533400"/>
              <a:gd name="connsiteX15" fmla="*/ 19050 w 533400"/>
              <a:gd name="connsiteY15" fmla="*/ 447675 h 533400"/>
              <a:gd name="connsiteX16" fmla="*/ 114300 w 533400"/>
              <a:gd name="connsiteY16" fmla="*/ 352425 h 533400"/>
              <a:gd name="connsiteX17" fmla="*/ 419100 w 533400"/>
              <a:gd name="connsiteY17" fmla="*/ 352425 h 533400"/>
              <a:gd name="connsiteX18" fmla="*/ 514350 w 533400"/>
              <a:gd name="connsiteY18" fmla="*/ 447675 h 533400"/>
              <a:gd name="connsiteX19" fmla="*/ 514350 w 533400"/>
              <a:gd name="connsiteY19" fmla="*/ 533400 h 533400"/>
              <a:gd name="connsiteX20" fmla="*/ 533400 w 533400"/>
              <a:gd name="connsiteY20" fmla="*/ 533400 h 533400"/>
              <a:gd name="connsiteX21" fmla="*/ 533400 w 533400"/>
              <a:gd name="connsiteY21" fmla="*/ 447675 h 533400"/>
              <a:gd name="connsiteX22" fmla="*/ 419100 w 533400"/>
              <a:gd name="connsiteY22" fmla="*/ 333375 h 533400"/>
              <a:gd name="connsiteX23" fmla="*/ 342900 w 533400"/>
              <a:gd name="connsiteY23" fmla="*/ 466725 h 533400"/>
              <a:gd name="connsiteX24" fmla="*/ 457200 w 533400"/>
              <a:gd name="connsiteY24" fmla="*/ 466725 h 533400"/>
              <a:gd name="connsiteX25" fmla="*/ 457200 w 533400"/>
              <a:gd name="connsiteY25" fmla="*/ 447675 h 533400"/>
              <a:gd name="connsiteX26" fmla="*/ 342900 w 533400"/>
              <a:gd name="connsiteY26" fmla="*/ 447675 h 533400"/>
              <a:gd name="connsiteX27" fmla="*/ 342900 w 533400"/>
              <a:gd name="connsiteY27" fmla="*/ 466725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33400" h="533400">
                <a:moveTo>
                  <a:pt x="266700" y="285750"/>
                </a:moveTo>
                <a:cubicBezTo>
                  <a:pt x="345758" y="285750"/>
                  <a:pt x="409575" y="221933"/>
                  <a:pt x="409575" y="142875"/>
                </a:cubicBezTo>
                <a:cubicBezTo>
                  <a:pt x="409575" y="63818"/>
                  <a:pt x="345758" y="0"/>
                  <a:pt x="266700" y="0"/>
                </a:cubicBezTo>
                <a:cubicBezTo>
                  <a:pt x="187643" y="0"/>
                  <a:pt x="123825" y="63818"/>
                  <a:pt x="123825" y="142875"/>
                </a:cubicBezTo>
                <a:cubicBezTo>
                  <a:pt x="123825" y="221933"/>
                  <a:pt x="187643" y="285750"/>
                  <a:pt x="266700" y="285750"/>
                </a:cubicBezTo>
                <a:close/>
                <a:moveTo>
                  <a:pt x="266700" y="19050"/>
                </a:moveTo>
                <a:cubicBezTo>
                  <a:pt x="335280" y="19050"/>
                  <a:pt x="390525" y="74295"/>
                  <a:pt x="390525" y="142875"/>
                </a:cubicBezTo>
                <a:cubicBezTo>
                  <a:pt x="390525" y="211455"/>
                  <a:pt x="335280" y="266700"/>
                  <a:pt x="266700" y="266700"/>
                </a:cubicBezTo>
                <a:cubicBezTo>
                  <a:pt x="198120" y="266700"/>
                  <a:pt x="142875" y="211455"/>
                  <a:pt x="142875" y="142875"/>
                </a:cubicBezTo>
                <a:cubicBezTo>
                  <a:pt x="142875" y="74295"/>
                  <a:pt x="198120" y="19050"/>
                  <a:pt x="266700" y="19050"/>
                </a:cubicBezTo>
                <a:close/>
                <a:moveTo>
                  <a:pt x="419100" y="333375"/>
                </a:moveTo>
                <a:lnTo>
                  <a:pt x="114300" y="333375"/>
                </a:lnTo>
                <a:cubicBezTo>
                  <a:pt x="51435" y="333375"/>
                  <a:pt x="0" y="384810"/>
                  <a:pt x="0" y="447675"/>
                </a:cubicBezTo>
                <a:lnTo>
                  <a:pt x="0" y="533400"/>
                </a:lnTo>
                <a:lnTo>
                  <a:pt x="19050" y="533400"/>
                </a:lnTo>
                <a:lnTo>
                  <a:pt x="19050" y="447675"/>
                </a:lnTo>
                <a:cubicBezTo>
                  <a:pt x="19050" y="395288"/>
                  <a:pt x="61913" y="352425"/>
                  <a:pt x="114300" y="352425"/>
                </a:cubicBezTo>
                <a:lnTo>
                  <a:pt x="419100" y="352425"/>
                </a:lnTo>
                <a:cubicBezTo>
                  <a:pt x="471488" y="352425"/>
                  <a:pt x="514350" y="395288"/>
                  <a:pt x="514350" y="447675"/>
                </a:cubicBezTo>
                <a:lnTo>
                  <a:pt x="514350" y="533400"/>
                </a:lnTo>
                <a:lnTo>
                  <a:pt x="533400" y="533400"/>
                </a:lnTo>
                <a:lnTo>
                  <a:pt x="533400" y="447675"/>
                </a:lnTo>
                <a:cubicBezTo>
                  <a:pt x="533400" y="384810"/>
                  <a:pt x="481965" y="333375"/>
                  <a:pt x="419100" y="333375"/>
                </a:cubicBezTo>
                <a:close/>
                <a:moveTo>
                  <a:pt x="342900" y="466725"/>
                </a:moveTo>
                <a:lnTo>
                  <a:pt x="457200" y="466725"/>
                </a:lnTo>
                <a:lnTo>
                  <a:pt x="457200" y="447675"/>
                </a:lnTo>
                <a:lnTo>
                  <a:pt x="342900" y="447675"/>
                </a:lnTo>
                <a:lnTo>
                  <a:pt x="342900" y="46672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defRPr/>
            </a:pPr>
            <a:endParaRPr lang="zh-CN" altLang="en-US">
              <a:ea typeface="Microsoft YaHei" charset="-122"/>
            </a:endParaRPr>
          </a:p>
        </p:txBody>
      </p:sp>
      <p:sp>
        <p:nvSpPr>
          <p:cNvPr id="13" name="内容占位符 10"/>
          <p:cNvSpPr>
            <a:spLocks noGrp="1"/>
          </p:cNvSpPr>
          <p:nvPr>
            <p:ph sz="quarter" idx="22" hasCustomPrompt="1"/>
          </p:nvPr>
        </p:nvSpPr>
        <p:spPr>
          <a:xfrm>
            <a:off x="1863053" y="5440754"/>
            <a:ext cx="3995274" cy="390293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14" name="内容占位符 10"/>
          <p:cNvSpPr>
            <a:spLocks noGrp="1"/>
          </p:cNvSpPr>
          <p:nvPr>
            <p:ph sz="quarter" idx="23" hasCustomPrompt="1"/>
          </p:nvPr>
        </p:nvSpPr>
        <p:spPr>
          <a:xfrm>
            <a:off x="6015231" y="5445373"/>
            <a:ext cx="4087217" cy="390293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15" name="图片占位符 2"/>
          <p:cNvSpPr>
            <a:spLocks noGrp="1"/>
          </p:cNvSpPr>
          <p:nvPr>
            <p:ph type="pic" sz="quarter" idx="26"/>
          </p:nvPr>
        </p:nvSpPr>
        <p:spPr>
          <a:xfrm>
            <a:off x="1873225" y="1508834"/>
            <a:ext cx="3995274" cy="3931920"/>
          </a:xfrm>
        </p:spPr>
        <p:txBody>
          <a:bodyPr/>
          <a:lstStyle/>
          <a:p>
            <a:pPr lvl="0"/>
            <a:r>
              <a:rPr lang="zh-CN" altLang="en-US" noProof="0"/>
              <a:t>单击图标添加图片</a:t>
            </a:r>
            <a:endParaRPr lang="en-US" noProof="0"/>
          </a:p>
        </p:txBody>
      </p:sp>
      <p:sp>
        <p:nvSpPr>
          <p:cNvPr id="16" name="图片占位符 2"/>
          <p:cNvSpPr>
            <a:spLocks noGrp="1"/>
          </p:cNvSpPr>
          <p:nvPr>
            <p:ph type="pic" sz="quarter" idx="27"/>
          </p:nvPr>
        </p:nvSpPr>
        <p:spPr>
          <a:xfrm>
            <a:off x="6015231" y="1508834"/>
            <a:ext cx="4087218" cy="3931920"/>
          </a:xfrm>
        </p:spPr>
        <p:txBody>
          <a:bodyPr/>
          <a:lstStyle/>
          <a:p>
            <a:pPr lvl="0"/>
            <a:r>
              <a:rPr lang="zh-CN" altLang="en-US" noProof="0"/>
              <a:t>单击图标添加图片</a:t>
            </a:r>
            <a:endParaRPr lang="en-US" noProof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标题2图（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直接连接符 38"/>
          <p:cNvCxnSpPr/>
          <p:nvPr/>
        </p:nvCxnSpPr>
        <p:spPr>
          <a:xfrm>
            <a:off x="590551" y="6416675"/>
            <a:ext cx="1102571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灯片编号占位符 4"/>
          <p:cNvSpPr>
            <a:spLocks noGrp="1"/>
          </p:cNvSpPr>
          <p:nvPr>
            <p:ph type="sldNum" sz="quarter" idx="4"/>
          </p:nvPr>
        </p:nvSpPr>
        <p:spPr>
          <a:xfrm flipH="1">
            <a:off x="11205115" y="6489701"/>
            <a:ext cx="500524" cy="376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AED39-47C5-4F21-B93C-39BDEADD8457}" type="slidenum">
              <a:rPr lang="en-US" altLang="zh-CN" smtClean="0"/>
              <a:t>‹#›</a:t>
            </a:fld>
            <a:endParaRPr lang="zh-CN" altLang="en-US"/>
          </a:p>
        </p:txBody>
      </p:sp>
      <p:sp>
        <p:nvSpPr>
          <p:cNvPr id="6" name="标题占位符 1"/>
          <p:cNvSpPr>
            <a:spLocks noGrp="1"/>
          </p:cNvSpPr>
          <p:nvPr>
            <p:ph type="title"/>
          </p:nvPr>
        </p:nvSpPr>
        <p:spPr>
          <a:xfrm>
            <a:off x="474662" y="352165"/>
            <a:ext cx="9193769" cy="381431"/>
          </a:xfrm>
          <a:prstGeom prst="rect">
            <a:avLst/>
          </a:prstGeom>
        </p:spPr>
        <p:txBody>
          <a:bodyPr/>
          <a:lstStyle/>
          <a:p>
            <a:pPr marL="0" lvl="0">
              <a:lnSpc>
                <a:spcPct val="100000"/>
              </a:lnSpc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8" name="任意多边形 9"/>
          <p:cNvSpPr/>
          <p:nvPr/>
        </p:nvSpPr>
        <p:spPr>
          <a:xfrm>
            <a:off x="1647638" y="4655578"/>
            <a:ext cx="233363" cy="255587"/>
          </a:xfrm>
          <a:custGeom>
            <a:avLst/>
            <a:gdLst>
              <a:gd name="connsiteX0" fmla="*/ 368431 w 488073"/>
              <a:gd name="connsiteY0" fmla="*/ 621 h 533400"/>
              <a:gd name="connsiteX1" fmla="*/ 368431 w 488073"/>
              <a:gd name="connsiteY1" fmla="*/ 19671 h 533400"/>
              <a:gd name="connsiteX2" fmla="*/ 339856 w 488073"/>
              <a:gd name="connsiteY2" fmla="*/ 19671 h 533400"/>
              <a:gd name="connsiteX3" fmla="*/ 339856 w 488073"/>
              <a:gd name="connsiteY3" fmla="*/ 135876 h 533400"/>
              <a:gd name="connsiteX4" fmla="*/ 341761 w 488073"/>
              <a:gd name="connsiteY4" fmla="*/ 145401 h 533400"/>
              <a:gd name="connsiteX5" fmla="*/ 342713 w 488073"/>
              <a:gd name="connsiteY5" fmla="*/ 147306 h 533400"/>
              <a:gd name="connsiteX6" fmla="*/ 483683 w 488073"/>
              <a:gd name="connsiteY6" fmla="*/ 464489 h 533400"/>
              <a:gd name="connsiteX7" fmla="*/ 484636 w 488073"/>
              <a:gd name="connsiteY7" fmla="*/ 509256 h 533400"/>
              <a:gd name="connsiteX8" fmla="*/ 448441 w 488073"/>
              <a:gd name="connsiteY8" fmla="*/ 534021 h 533400"/>
              <a:gd name="connsiteX9" fmla="*/ 448441 w 488073"/>
              <a:gd name="connsiteY9" fmla="*/ 534021 h 533400"/>
              <a:gd name="connsiteX10" fmla="*/ 40771 w 488073"/>
              <a:gd name="connsiteY10" fmla="*/ 534021 h 533400"/>
              <a:gd name="connsiteX11" fmla="*/ 4576 w 488073"/>
              <a:gd name="connsiteY11" fmla="*/ 509256 h 533400"/>
              <a:gd name="connsiteX12" fmla="*/ 5528 w 488073"/>
              <a:gd name="connsiteY12" fmla="*/ 464489 h 533400"/>
              <a:gd name="connsiteX13" fmla="*/ 5528 w 488073"/>
              <a:gd name="connsiteY13" fmla="*/ 464489 h 533400"/>
              <a:gd name="connsiteX14" fmla="*/ 146498 w 488073"/>
              <a:gd name="connsiteY14" fmla="*/ 147306 h 533400"/>
              <a:gd name="connsiteX15" fmla="*/ 149356 w 488073"/>
              <a:gd name="connsiteY15" fmla="*/ 135876 h 533400"/>
              <a:gd name="connsiteX16" fmla="*/ 149356 w 488073"/>
              <a:gd name="connsiteY16" fmla="*/ 135876 h 533400"/>
              <a:gd name="connsiteX17" fmla="*/ 149356 w 488073"/>
              <a:gd name="connsiteY17" fmla="*/ 19671 h 533400"/>
              <a:gd name="connsiteX18" fmla="*/ 120781 w 488073"/>
              <a:gd name="connsiteY18" fmla="*/ 19671 h 533400"/>
              <a:gd name="connsiteX19" fmla="*/ 120781 w 488073"/>
              <a:gd name="connsiteY19" fmla="*/ 621 h 533400"/>
              <a:gd name="connsiteX20" fmla="*/ 368431 w 488073"/>
              <a:gd name="connsiteY20" fmla="*/ 621 h 533400"/>
              <a:gd name="connsiteX21" fmla="*/ 253178 w 488073"/>
              <a:gd name="connsiteY21" fmla="*/ 415911 h 533400"/>
              <a:gd name="connsiteX22" fmla="*/ 250321 w 488073"/>
              <a:gd name="connsiteY22" fmla="*/ 417816 h 533400"/>
              <a:gd name="connsiteX23" fmla="*/ 51248 w 488073"/>
              <a:gd name="connsiteY23" fmla="*/ 409244 h 533400"/>
              <a:gd name="connsiteX24" fmla="*/ 23626 w 488073"/>
              <a:gd name="connsiteY24" fmla="*/ 471156 h 533400"/>
              <a:gd name="connsiteX25" fmla="*/ 22673 w 488073"/>
              <a:gd name="connsiteY25" fmla="*/ 501636 h 533400"/>
              <a:gd name="connsiteX26" fmla="*/ 40771 w 488073"/>
              <a:gd name="connsiteY26" fmla="*/ 514971 h 533400"/>
              <a:gd name="connsiteX27" fmla="*/ 40771 w 488073"/>
              <a:gd name="connsiteY27" fmla="*/ 514971 h 533400"/>
              <a:gd name="connsiteX28" fmla="*/ 447488 w 488073"/>
              <a:gd name="connsiteY28" fmla="*/ 514971 h 533400"/>
              <a:gd name="connsiteX29" fmla="*/ 465586 w 488073"/>
              <a:gd name="connsiteY29" fmla="*/ 502589 h 533400"/>
              <a:gd name="connsiteX30" fmla="*/ 464633 w 488073"/>
              <a:gd name="connsiteY30" fmla="*/ 472109 h 533400"/>
              <a:gd name="connsiteX31" fmla="*/ 464633 w 488073"/>
              <a:gd name="connsiteY31" fmla="*/ 472109 h 533400"/>
              <a:gd name="connsiteX32" fmla="*/ 436058 w 488073"/>
              <a:gd name="connsiteY32" fmla="*/ 408291 h 533400"/>
              <a:gd name="connsiteX33" fmla="*/ 435106 w 488073"/>
              <a:gd name="connsiteY33" fmla="*/ 408291 h 533400"/>
              <a:gd name="connsiteX34" fmla="*/ 253178 w 488073"/>
              <a:gd name="connsiteY34" fmla="*/ 415911 h 533400"/>
              <a:gd name="connsiteX35" fmla="*/ 320806 w 488073"/>
              <a:gd name="connsiteY35" fmla="*/ 19671 h 533400"/>
              <a:gd name="connsiteX36" fmla="*/ 168406 w 488073"/>
              <a:gd name="connsiteY36" fmla="*/ 19671 h 533400"/>
              <a:gd name="connsiteX37" fmla="*/ 168406 w 488073"/>
              <a:gd name="connsiteY37" fmla="*/ 135876 h 533400"/>
              <a:gd name="connsiteX38" fmla="*/ 165548 w 488073"/>
              <a:gd name="connsiteY38" fmla="*/ 153021 h 533400"/>
              <a:gd name="connsiteX39" fmla="*/ 165548 w 488073"/>
              <a:gd name="connsiteY39" fmla="*/ 153021 h 533400"/>
              <a:gd name="connsiteX40" fmla="*/ 164596 w 488073"/>
              <a:gd name="connsiteY40" fmla="*/ 155878 h 533400"/>
              <a:gd name="connsiteX41" fmla="*/ 58868 w 488073"/>
              <a:gd name="connsiteY41" fmla="*/ 392098 h 533400"/>
              <a:gd name="connsiteX42" fmla="*/ 236033 w 488073"/>
              <a:gd name="connsiteY42" fmla="*/ 404481 h 533400"/>
              <a:gd name="connsiteX43" fmla="*/ 238891 w 488073"/>
              <a:gd name="connsiteY43" fmla="*/ 402576 h 533400"/>
              <a:gd name="connsiteX44" fmla="*/ 425581 w 488073"/>
              <a:gd name="connsiteY44" fmla="*/ 382573 h 533400"/>
              <a:gd name="connsiteX45" fmla="*/ 324616 w 488073"/>
              <a:gd name="connsiteY45" fmla="*/ 154926 h 533400"/>
              <a:gd name="connsiteX46" fmla="*/ 320806 w 488073"/>
              <a:gd name="connsiteY46" fmla="*/ 135876 h 533400"/>
              <a:gd name="connsiteX47" fmla="*/ 320806 w 488073"/>
              <a:gd name="connsiteY47" fmla="*/ 135876 h 533400"/>
              <a:gd name="connsiteX48" fmla="*/ 320806 w 488073"/>
              <a:gd name="connsiteY48" fmla="*/ 19671 h 533400"/>
              <a:gd name="connsiteX49" fmla="*/ 306518 w 488073"/>
              <a:gd name="connsiteY49" fmla="*/ 248271 h 533400"/>
              <a:gd name="connsiteX50" fmla="*/ 349381 w 488073"/>
              <a:gd name="connsiteY50" fmla="*/ 291134 h 533400"/>
              <a:gd name="connsiteX51" fmla="*/ 306518 w 488073"/>
              <a:gd name="connsiteY51" fmla="*/ 333996 h 533400"/>
              <a:gd name="connsiteX52" fmla="*/ 263656 w 488073"/>
              <a:gd name="connsiteY52" fmla="*/ 291134 h 533400"/>
              <a:gd name="connsiteX53" fmla="*/ 306518 w 488073"/>
              <a:gd name="connsiteY53" fmla="*/ 248271 h 533400"/>
              <a:gd name="connsiteX54" fmla="*/ 306518 w 488073"/>
              <a:gd name="connsiteY54" fmla="*/ 267321 h 533400"/>
              <a:gd name="connsiteX55" fmla="*/ 282706 w 488073"/>
              <a:gd name="connsiteY55" fmla="*/ 291134 h 533400"/>
              <a:gd name="connsiteX56" fmla="*/ 306518 w 488073"/>
              <a:gd name="connsiteY56" fmla="*/ 314946 h 533400"/>
              <a:gd name="connsiteX57" fmla="*/ 330331 w 488073"/>
              <a:gd name="connsiteY57" fmla="*/ 291134 h 533400"/>
              <a:gd name="connsiteX58" fmla="*/ 306518 w 488073"/>
              <a:gd name="connsiteY58" fmla="*/ 267321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488073" h="533400">
                <a:moveTo>
                  <a:pt x="368431" y="621"/>
                </a:moveTo>
                <a:lnTo>
                  <a:pt x="368431" y="19671"/>
                </a:lnTo>
                <a:lnTo>
                  <a:pt x="339856" y="19671"/>
                </a:lnTo>
                <a:lnTo>
                  <a:pt x="339856" y="135876"/>
                </a:lnTo>
                <a:cubicBezTo>
                  <a:pt x="339856" y="138734"/>
                  <a:pt x="340808" y="142544"/>
                  <a:pt x="341761" y="145401"/>
                </a:cubicBezTo>
                <a:lnTo>
                  <a:pt x="342713" y="147306"/>
                </a:lnTo>
                <a:lnTo>
                  <a:pt x="483683" y="464489"/>
                </a:lnTo>
                <a:cubicBezTo>
                  <a:pt x="490351" y="478776"/>
                  <a:pt x="490351" y="494969"/>
                  <a:pt x="484636" y="509256"/>
                </a:cubicBezTo>
                <a:cubicBezTo>
                  <a:pt x="478921" y="524496"/>
                  <a:pt x="464633" y="534021"/>
                  <a:pt x="448441" y="534021"/>
                </a:cubicBezTo>
                <a:lnTo>
                  <a:pt x="448441" y="534021"/>
                </a:lnTo>
                <a:lnTo>
                  <a:pt x="40771" y="534021"/>
                </a:lnTo>
                <a:cubicBezTo>
                  <a:pt x="24578" y="534021"/>
                  <a:pt x="10291" y="524496"/>
                  <a:pt x="4576" y="509256"/>
                </a:cubicBezTo>
                <a:cubicBezTo>
                  <a:pt x="-1139" y="494969"/>
                  <a:pt x="-187" y="478776"/>
                  <a:pt x="5528" y="464489"/>
                </a:cubicBezTo>
                <a:lnTo>
                  <a:pt x="5528" y="464489"/>
                </a:lnTo>
                <a:lnTo>
                  <a:pt x="146498" y="147306"/>
                </a:lnTo>
                <a:cubicBezTo>
                  <a:pt x="148403" y="143496"/>
                  <a:pt x="149356" y="139686"/>
                  <a:pt x="149356" y="135876"/>
                </a:cubicBezTo>
                <a:lnTo>
                  <a:pt x="149356" y="135876"/>
                </a:lnTo>
                <a:lnTo>
                  <a:pt x="149356" y="19671"/>
                </a:lnTo>
                <a:lnTo>
                  <a:pt x="120781" y="19671"/>
                </a:lnTo>
                <a:lnTo>
                  <a:pt x="120781" y="621"/>
                </a:lnTo>
                <a:lnTo>
                  <a:pt x="368431" y="621"/>
                </a:lnTo>
                <a:close/>
                <a:moveTo>
                  <a:pt x="253178" y="415911"/>
                </a:moveTo>
                <a:lnTo>
                  <a:pt x="250321" y="417816"/>
                </a:lnTo>
                <a:cubicBezTo>
                  <a:pt x="195076" y="456869"/>
                  <a:pt x="119828" y="453059"/>
                  <a:pt x="51248" y="409244"/>
                </a:cubicBezTo>
                <a:lnTo>
                  <a:pt x="23626" y="471156"/>
                </a:lnTo>
                <a:cubicBezTo>
                  <a:pt x="19816" y="480681"/>
                  <a:pt x="18863" y="491159"/>
                  <a:pt x="22673" y="501636"/>
                </a:cubicBezTo>
                <a:cubicBezTo>
                  <a:pt x="25531" y="510209"/>
                  <a:pt x="33151" y="514971"/>
                  <a:pt x="40771" y="514971"/>
                </a:cubicBezTo>
                <a:lnTo>
                  <a:pt x="40771" y="514971"/>
                </a:lnTo>
                <a:lnTo>
                  <a:pt x="447488" y="514971"/>
                </a:lnTo>
                <a:cubicBezTo>
                  <a:pt x="456061" y="514971"/>
                  <a:pt x="462728" y="510209"/>
                  <a:pt x="465586" y="502589"/>
                </a:cubicBezTo>
                <a:cubicBezTo>
                  <a:pt x="469396" y="493064"/>
                  <a:pt x="469396" y="481634"/>
                  <a:pt x="464633" y="472109"/>
                </a:cubicBezTo>
                <a:lnTo>
                  <a:pt x="464633" y="472109"/>
                </a:lnTo>
                <a:lnTo>
                  <a:pt x="436058" y="408291"/>
                </a:lnTo>
                <a:lnTo>
                  <a:pt x="435106" y="408291"/>
                </a:lnTo>
                <a:cubicBezTo>
                  <a:pt x="375098" y="378764"/>
                  <a:pt x="302708" y="382573"/>
                  <a:pt x="253178" y="415911"/>
                </a:cubicBezTo>
                <a:close/>
                <a:moveTo>
                  <a:pt x="320806" y="19671"/>
                </a:moveTo>
                <a:lnTo>
                  <a:pt x="168406" y="19671"/>
                </a:lnTo>
                <a:lnTo>
                  <a:pt x="168406" y="135876"/>
                </a:lnTo>
                <a:cubicBezTo>
                  <a:pt x="168406" y="141591"/>
                  <a:pt x="167453" y="147306"/>
                  <a:pt x="165548" y="153021"/>
                </a:cubicBezTo>
                <a:lnTo>
                  <a:pt x="165548" y="153021"/>
                </a:lnTo>
                <a:lnTo>
                  <a:pt x="164596" y="155878"/>
                </a:lnTo>
                <a:lnTo>
                  <a:pt x="58868" y="392098"/>
                </a:lnTo>
                <a:cubicBezTo>
                  <a:pt x="120781" y="432103"/>
                  <a:pt x="187456" y="436866"/>
                  <a:pt x="236033" y="404481"/>
                </a:cubicBezTo>
                <a:lnTo>
                  <a:pt x="238891" y="402576"/>
                </a:lnTo>
                <a:cubicBezTo>
                  <a:pt x="290326" y="366381"/>
                  <a:pt x="361763" y="359714"/>
                  <a:pt x="425581" y="382573"/>
                </a:cubicBezTo>
                <a:lnTo>
                  <a:pt x="324616" y="154926"/>
                </a:lnTo>
                <a:cubicBezTo>
                  <a:pt x="321758" y="149211"/>
                  <a:pt x="320806" y="142544"/>
                  <a:pt x="320806" y="135876"/>
                </a:cubicBezTo>
                <a:lnTo>
                  <a:pt x="320806" y="135876"/>
                </a:lnTo>
                <a:lnTo>
                  <a:pt x="320806" y="19671"/>
                </a:lnTo>
                <a:close/>
                <a:moveTo>
                  <a:pt x="306518" y="248271"/>
                </a:moveTo>
                <a:cubicBezTo>
                  <a:pt x="330331" y="248271"/>
                  <a:pt x="349381" y="267321"/>
                  <a:pt x="349381" y="291134"/>
                </a:cubicBezTo>
                <a:cubicBezTo>
                  <a:pt x="349381" y="314946"/>
                  <a:pt x="330331" y="333996"/>
                  <a:pt x="306518" y="333996"/>
                </a:cubicBezTo>
                <a:cubicBezTo>
                  <a:pt x="282706" y="333996"/>
                  <a:pt x="263656" y="314946"/>
                  <a:pt x="263656" y="291134"/>
                </a:cubicBezTo>
                <a:cubicBezTo>
                  <a:pt x="263656" y="267321"/>
                  <a:pt x="282706" y="248271"/>
                  <a:pt x="306518" y="248271"/>
                </a:cubicBezTo>
                <a:close/>
                <a:moveTo>
                  <a:pt x="306518" y="267321"/>
                </a:moveTo>
                <a:cubicBezTo>
                  <a:pt x="293183" y="267321"/>
                  <a:pt x="282706" y="277798"/>
                  <a:pt x="282706" y="291134"/>
                </a:cubicBezTo>
                <a:cubicBezTo>
                  <a:pt x="282706" y="304469"/>
                  <a:pt x="293183" y="314946"/>
                  <a:pt x="306518" y="314946"/>
                </a:cubicBezTo>
                <a:cubicBezTo>
                  <a:pt x="319853" y="314946"/>
                  <a:pt x="330331" y="304469"/>
                  <a:pt x="330331" y="291134"/>
                </a:cubicBezTo>
                <a:cubicBezTo>
                  <a:pt x="330331" y="277798"/>
                  <a:pt x="319853" y="267321"/>
                  <a:pt x="306518" y="26732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defRPr/>
            </a:pPr>
            <a:endParaRPr lang="zh-CN" altLang="en-US">
              <a:ea typeface="Microsoft YaHei" charset="-122"/>
            </a:endParaRPr>
          </a:p>
        </p:txBody>
      </p:sp>
      <p:sp>
        <p:nvSpPr>
          <p:cNvPr id="12" name="任意多边形 15"/>
          <p:cNvSpPr/>
          <p:nvPr/>
        </p:nvSpPr>
        <p:spPr>
          <a:xfrm>
            <a:off x="6235513" y="4660340"/>
            <a:ext cx="249238" cy="247650"/>
          </a:xfrm>
          <a:custGeom>
            <a:avLst/>
            <a:gdLst>
              <a:gd name="connsiteX0" fmla="*/ 266700 w 533400"/>
              <a:gd name="connsiteY0" fmla="*/ 285750 h 533400"/>
              <a:gd name="connsiteX1" fmla="*/ 409575 w 533400"/>
              <a:gd name="connsiteY1" fmla="*/ 142875 h 533400"/>
              <a:gd name="connsiteX2" fmla="*/ 266700 w 533400"/>
              <a:gd name="connsiteY2" fmla="*/ 0 h 533400"/>
              <a:gd name="connsiteX3" fmla="*/ 123825 w 533400"/>
              <a:gd name="connsiteY3" fmla="*/ 142875 h 533400"/>
              <a:gd name="connsiteX4" fmla="*/ 266700 w 533400"/>
              <a:gd name="connsiteY4" fmla="*/ 285750 h 533400"/>
              <a:gd name="connsiteX5" fmla="*/ 266700 w 533400"/>
              <a:gd name="connsiteY5" fmla="*/ 19050 h 533400"/>
              <a:gd name="connsiteX6" fmla="*/ 390525 w 533400"/>
              <a:gd name="connsiteY6" fmla="*/ 142875 h 533400"/>
              <a:gd name="connsiteX7" fmla="*/ 266700 w 533400"/>
              <a:gd name="connsiteY7" fmla="*/ 266700 h 533400"/>
              <a:gd name="connsiteX8" fmla="*/ 142875 w 533400"/>
              <a:gd name="connsiteY8" fmla="*/ 142875 h 533400"/>
              <a:gd name="connsiteX9" fmla="*/ 266700 w 533400"/>
              <a:gd name="connsiteY9" fmla="*/ 19050 h 533400"/>
              <a:gd name="connsiteX10" fmla="*/ 419100 w 533400"/>
              <a:gd name="connsiteY10" fmla="*/ 333375 h 533400"/>
              <a:gd name="connsiteX11" fmla="*/ 114300 w 533400"/>
              <a:gd name="connsiteY11" fmla="*/ 333375 h 533400"/>
              <a:gd name="connsiteX12" fmla="*/ 0 w 533400"/>
              <a:gd name="connsiteY12" fmla="*/ 447675 h 533400"/>
              <a:gd name="connsiteX13" fmla="*/ 0 w 533400"/>
              <a:gd name="connsiteY13" fmla="*/ 533400 h 533400"/>
              <a:gd name="connsiteX14" fmla="*/ 19050 w 533400"/>
              <a:gd name="connsiteY14" fmla="*/ 533400 h 533400"/>
              <a:gd name="connsiteX15" fmla="*/ 19050 w 533400"/>
              <a:gd name="connsiteY15" fmla="*/ 447675 h 533400"/>
              <a:gd name="connsiteX16" fmla="*/ 114300 w 533400"/>
              <a:gd name="connsiteY16" fmla="*/ 352425 h 533400"/>
              <a:gd name="connsiteX17" fmla="*/ 419100 w 533400"/>
              <a:gd name="connsiteY17" fmla="*/ 352425 h 533400"/>
              <a:gd name="connsiteX18" fmla="*/ 514350 w 533400"/>
              <a:gd name="connsiteY18" fmla="*/ 447675 h 533400"/>
              <a:gd name="connsiteX19" fmla="*/ 514350 w 533400"/>
              <a:gd name="connsiteY19" fmla="*/ 533400 h 533400"/>
              <a:gd name="connsiteX20" fmla="*/ 533400 w 533400"/>
              <a:gd name="connsiteY20" fmla="*/ 533400 h 533400"/>
              <a:gd name="connsiteX21" fmla="*/ 533400 w 533400"/>
              <a:gd name="connsiteY21" fmla="*/ 447675 h 533400"/>
              <a:gd name="connsiteX22" fmla="*/ 419100 w 533400"/>
              <a:gd name="connsiteY22" fmla="*/ 333375 h 533400"/>
              <a:gd name="connsiteX23" fmla="*/ 342900 w 533400"/>
              <a:gd name="connsiteY23" fmla="*/ 466725 h 533400"/>
              <a:gd name="connsiteX24" fmla="*/ 457200 w 533400"/>
              <a:gd name="connsiteY24" fmla="*/ 466725 h 533400"/>
              <a:gd name="connsiteX25" fmla="*/ 457200 w 533400"/>
              <a:gd name="connsiteY25" fmla="*/ 447675 h 533400"/>
              <a:gd name="connsiteX26" fmla="*/ 342900 w 533400"/>
              <a:gd name="connsiteY26" fmla="*/ 447675 h 533400"/>
              <a:gd name="connsiteX27" fmla="*/ 342900 w 533400"/>
              <a:gd name="connsiteY27" fmla="*/ 466725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33400" h="533400">
                <a:moveTo>
                  <a:pt x="266700" y="285750"/>
                </a:moveTo>
                <a:cubicBezTo>
                  <a:pt x="345758" y="285750"/>
                  <a:pt x="409575" y="221933"/>
                  <a:pt x="409575" y="142875"/>
                </a:cubicBezTo>
                <a:cubicBezTo>
                  <a:pt x="409575" y="63818"/>
                  <a:pt x="345758" y="0"/>
                  <a:pt x="266700" y="0"/>
                </a:cubicBezTo>
                <a:cubicBezTo>
                  <a:pt x="187643" y="0"/>
                  <a:pt x="123825" y="63818"/>
                  <a:pt x="123825" y="142875"/>
                </a:cubicBezTo>
                <a:cubicBezTo>
                  <a:pt x="123825" y="221933"/>
                  <a:pt x="187643" y="285750"/>
                  <a:pt x="266700" y="285750"/>
                </a:cubicBezTo>
                <a:close/>
                <a:moveTo>
                  <a:pt x="266700" y="19050"/>
                </a:moveTo>
                <a:cubicBezTo>
                  <a:pt x="335280" y="19050"/>
                  <a:pt x="390525" y="74295"/>
                  <a:pt x="390525" y="142875"/>
                </a:cubicBezTo>
                <a:cubicBezTo>
                  <a:pt x="390525" y="211455"/>
                  <a:pt x="335280" y="266700"/>
                  <a:pt x="266700" y="266700"/>
                </a:cubicBezTo>
                <a:cubicBezTo>
                  <a:pt x="198120" y="266700"/>
                  <a:pt x="142875" y="211455"/>
                  <a:pt x="142875" y="142875"/>
                </a:cubicBezTo>
                <a:cubicBezTo>
                  <a:pt x="142875" y="74295"/>
                  <a:pt x="198120" y="19050"/>
                  <a:pt x="266700" y="19050"/>
                </a:cubicBezTo>
                <a:close/>
                <a:moveTo>
                  <a:pt x="419100" y="333375"/>
                </a:moveTo>
                <a:lnTo>
                  <a:pt x="114300" y="333375"/>
                </a:lnTo>
                <a:cubicBezTo>
                  <a:pt x="51435" y="333375"/>
                  <a:pt x="0" y="384810"/>
                  <a:pt x="0" y="447675"/>
                </a:cubicBezTo>
                <a:lnTo>
                  <a:pt x="0" y="533400"/>
                </a:lnTo>
                <a:lnTo>
                  <a:pt x="19050" y="533400"/>
                </a:lnTo>
                <a:lnTo>
                  <a:pt x="19050" y="447675"/>
                </a:lnTo>
                <a:cubicBezTo>
                  <a:pt x="19050" y="395288"/>
                  <a:pt x="61913" y="352425"/>
                  <a:pt x="114300" y="352425"/>
                </a:cubicBezTo>
                <a:lnTo>
                  <a:pt x="419100" y="352425"/>
                </a:lnTo>
                <a:cubicBezTo>
                  <a:pt x="471488" y="352425"/>
                  <a:pt x="514350" y="395288"/>
                  <a:pt x="514350" y="447675"/>
                </a:cubicBezTo>
                <a:lnTo>
                  <a:pt x="514350" y="533400"/>
                </a:lnTo>
                <a:lnTo>
                  <a:pt x="533400" y="533400"/>
                </a:lnTo>
                <a:lnTo>
                  <a:pt x="533400" y="447675"/>
                </a:lnTo>
                <a:cubicBezTo>
                  <a:pt x="533400" y="384810"/>
                  <a:pt x="481965" y="333375"/>
                  <a:pt x="419100" y="333375"/>
                </a:cubicBezTo>
                <a:close/>
                <a:moveTo>
                  <a:pt x="342900" y="466725"/>
                </a:moveTo>
                <a:lnTo>
                  <a:pt x="457200" y="466725"/>
                </a:lnTo>
                <a:lnTo>
                  <a:pt x="457200" y="447675"/>
                </a:lnTo>
                <a:lnTo>
                  <a:pt x="342900" y="447675"/>
                </a:lnTo>
                <a:lnTo>
                  <a:pt x="342900" y="46672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defRPr/>
            </a:pPr>
            <a:endParaRPr lang="zh-CN" altLang="en-US">
              <a:ea typeface="Microsoft YaHei" charset="-122"/>
            </a:endParaRPr>
          </a:p>
        </p:txBody>
      </p:sp>
      <p:sp>
        <p:nvSpPr>
          <p:cNvPr id="13" name="内容占位符 10"/>
          <p:cNvSpPr>
            <a:spLocks noGrp="1"/>
          </p:cNvSpPr>
          <p:nvPr>
            <p:ph sz="quarter" idx="22" hasCustomPrompt="1"/>
          </p:nvPr>
        </p:nvSpPr>
        <p:spPr>
          <a:xfrm>
            <a:off x="1880999" y="5202626"/>
            <a:ext cx="4015536" cy="39029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accent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14" name="内容占位符 10"/>
          <p:cNvSpPr>
            <a:spLocks noGrp="1"/>
          </p:cNvSpPr>
          <p:nvPr>
            <p:ph sz="quarter" idx="23" hasCustomPrompt="1"/>
          </p:nvPr>
        </p:nvSpPr>
        <p:spPr>
          <a:xfrm>
            <a:off x="5997389" y="5207245"/>
            <a:ext cx="4147125" cy="39029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accent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5" name="内容占位符 10"/>
          <p:cNvSpPr>
            <a:spLocks noGrp="1"/>
          </p:cNvSpPr>
          <p:nvPr>
            <p:ph sz="quarter" idx="25" hasCustomPrompt="1"/>
          </p:nvPr>
        </p:nvSpPr>
        <p:spPr>
          <a:xfrm>
            <a:off x="1880999" y="1326783"/>
            <a:ext cx="8263513" cy="390293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16" name="图片占位符 2"/>
          <p:cNvSpPr>
            <a:spLocks noGrp="1"/>
          </p:cNvSpPr>
          <p:nvPr>
            <p:ph type="pic" sz="quarter" idx="26"/>
          </p:nvPr>
        </p:nvSpPr>
        <p:spPr>
          <a:xfrm>
            <a:off x="1880999" y="1823735"/>
            <a:ext cx="4015536" cy="3270273"/>
          </a:xfrm>
        </p:spPr>
        <p:txBody>
          <a:bodyPr/>
          <a:lstStyle/>
          <a:p>
            <a:pPr lvl="0"/>
            <a:r>
              <a:rPr lang="zh-CN" altLang="en-US" noProof="0"/>
              <a:t>单击图标添加图片</a:t>
            </a:r>
            <a:endParaRPr lang="en-US" noProof="0"/>
          </a:p>
        </p:txBody>
      </p:sp>
      <p:sp>
        <p:nvSpPr>
          <p:cNvPr id="17" name="图片占位符 2"/>
          <p:cNvSpPr>
            <a:spLocks noGrp="1"/>
          </p:cNvSpPr>
          <p:nvPr>
            <p:ph type="pic" sz="quarter" idx="27"/>
          </p:nvPr>
        </p:nvSpPr>
        <p:spPr>
          <a:xfrm>
            <a:off x="5997389" y="1823735"/>
            <a:ext cx="4147124" cy="3270273"/>
          </a:xfrm>
        </p:spPr>
        <p:txBody>
          <a:bodyPr/>
          <a:lstStyle/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标题2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直接连接符 38"/>
          <p:cNvCxnSpPr/>
          <p:nvPr/>
        </p:nvCxnSpPr>
        <p:spPr>
          <a:xfrm>
            <a:off x="590551" y="6416675"/>
            <a:ext cx="1102571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灯片编号占位符 4"/>
          <p:cNvSpPr>
            <a:spLocks noGrp="1"/>
          </p:cNvSpPr>
          <p:nvPr>
            <p:ph type="sldNum" sz="quarter" idx="4"/>
          </p:nvPr>
        </p:nvSpPr>
        <p:spPr>
          <a:xfrm flipH="1">
            <a:off x="11205115" y="6489701"/>
            <a:ext cx="500524" cy="376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AED39-47C5-4F21-B93C-39BDEADD8457}" type="slidenum">
              <a:rPr lang="en-US" altLang="zh-CN" smtClean="0"/>
              <a:t>‹#›</a:t>
            </a:fld>
            <a:endParaRPr lang="zh-CN" altLang="en-US"/>
          </a:p>
        </p:txBody>
      </p:sp>
      <p:sp>
        <p:nvSpPr>
          <p:cNvPr id="6" name="标题占位符 1"/>
          <p:cNvSpPr>
            <a:spLocks noGrp="1"/>
          </p:cNvSpPr>
          <p:nvPr>
            <p:ph type="title"/>
          </p:nvPr>
        </p:nvSpPr>
        <p:spPr>
          <a:xfrm>
            <a:off x="474662" y="352165"/>
            <a:ext cx="9193769" cy="381431"/>
          </a:xfrm>
          <a:prstGeom prst="rect">
            <a:avLst/>
          </a:prstGeom>
        </p:spPr>
        <p:txBody>
          <a:bodyPr/>
          <a:lstStyle/>
          <a:p>
            <a:pPr marL="0" lvl="0">
              <a:lnSpc>
                <a:spcPct val="100000"/>
              </a:lnSpc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8" name="任意多边形 9"/>
          <p:cNvSpPr/>
          <p:nvPr/>
        </p:nvSpPr>
        <p:spPr>
          <a:xfrm>
            <a:off x="1824404" y="4768240"/>
            <a:ext cx="233363" cy="255587"/>
          </a:xfrm>
          <a:custGeom>
            <a:avLst/>
            <a:gdLst>
              <a:gd name="connsiteX0" fmla="*/ 368431 w 488073"/>
              <a:gd name="connsiteY0" fmla="*/ 621 h 533400"/>
              <a:gd name="connsiteX1" fmla="*/ 368431 w 488073"/>
              <a:gd name="connsiteY1" fmla="*/ 19671 h 533400"/>
              <a:gd name="connsiteX2" fmla="*/ 339856 w 488073"/>
              <a:gd name="connsiteY2" fmla="*/ 19671 h 533400"/>
              <a:gd name="connsiteX3" fmla="*/ 339856 w 488073"/>
              <a:gd name="connsiteY3" fmla="*/ 135876 h 533400"/>
              <a:gd name="connsiteX4" fmla="*/ 341761 w 488073"/>
              <a:gd name="connsiteY4" fmla="*/ 145401 h 533400"/>
              <a:gd name="connsiteX5" fmla="*/ 342713 w 488073"/>
              <a:gd name="connsiteY5" fmla="*/ 147306 h 533400"/>
              <a:gd name="connsiteX6" fmla="*/ 483683 w 488073"/>
              <a:gd name="connsiteY6" fmla="*/ 464489 h 533400"/>
              <a:gd name="connsiteX7" fmla="*/ 484636 w 488073"/>
              <a:gd name="connsiteY7" fmla="*/ 509256 h 533400"/>
              <a:gd name="connsiteX8" fmla="*/ 448441 w 488073"/>
              <a:gd name="connsiteY8" fmla="*/ 534021 h 533400"/>
              <a:gd name="connsiteX9" fmla="*/ 448441 w 488073"/>
              <a:gd name="connsiteY9" fmla="*/ 534021 h 533400"/>
              <a:gd name="connsiteX10" fmla="*/ 40771 w 488073"/>
              <a:gd name="connsiteY10" fmla="*/ 534021 h 533400"/>
              <a:gd name="connsiteX11" fmla="*/ 4576 w 488073"/>
              <a:gd name="connsiteY11" fmla="*/ 509256 h 533400"/>
              <a:gd name="connsiteX12" fmla="*/ 5528 w 488073"/>
              <a:gd name="connsiteY12" fmla="*/ 464489 h 533400"/>
              <a:gd name="connsiteX13" fmla="*/ 5528 w 488073"/>
              <a:gd name="connsiteY13" fmla="*/ 464489 h 533400"/>
              <a:gd name="connsiteX14" fmla="*/ 146498 w 488073"/>
              <a:gd name="connsiteY14" fmla="*/ 147306 h 533400"/>
              <a:gd name="connsiteX15" fmla="*/ 149356 w 488073"/>
              <a:gd name="connsiteY15" fmla="*/ 135876 h 533400"/>
              <a:gd name="connsiteX16" fmla="*/ 149356 w 488073"/>
              <a:gd name="connsiteY16" fmla="*/ 135876 h 533400"/>
              <a:gd name="connsiteX17" fmla="*/ 149356 w 488073"/>
              <a:gd name="connsiteY17" fmla="*/ 19671 h 533400"/>
              <a:gd name="connsiteX18" fmla="*/ 120781 w 488073"/>
              <a:gd name="connsiteY18" fmla="*/ 19671 h 533400"/>
              <a:gd name="connsiteX19" fmla="*/ 120781 w 488073"/>
              <a:gd name="connsiteY19" fmla="*/ 621 h 533400"/>
              <a:gd name="connsiteX20" fmla="*/ 368431 w 488073"/>
              <a:gd name="connsiteY20" fmla="*/ 621 h 533400"/>
              <a:gd name="connsiteX21" fmla="*/ 253178 w 488073"/>
              <a:gd name="connsiteY21" fmla="*/ 415911 h 533400"/>
              <a:gd name="connsiteX22" fmla="*/ 250321 w 488073"/>
              <a:gd name="connsiteY22" fmla="*/ 417816 h 533400"/>
              <a:gd name="connsiteX23" fmla="*/ 51248 w 488073"/>
              <a:gd name="connsiteY23" fmla="*/ 409244 h 533400"/>
              <a:gd name="connsiteX24" fmla="*/ 23626 w 488073"/>
              <a:gd name="connsiteY24" fmla="*/ 471156 h 533400"/>
              <a:gd name="connsiteX25" fmla="*/ 22673 w 488073"/>
              <a:gd name="connsiteY25" fmla="*/ 501636 h 533400"/>
              <a:gd name="connsiteX26" fmla="*/ 40771 w 488073"/>
              <a:gd name="connsiteY26" fmla="*/ 514971 h 533400"/>
              <a:gd name="connsiteX27" fmla="*/ 40771 w 488073"/>
              <a:gd name="connsiteY27" fmla="*/ 514971 h 533400"/>
              <a:gd name="connsiteX28" fmla="*/ 447488 w 488073"/>
              <a:gd name="connsiteY28" fmla="*/ 514971 h 533400"/>
              <a:gd name="connsiteX29" fmla="*/ 465586 w 488073"/>
              <a:gd name="connsiteY29" fmla="*/ 502589 h 533400"/>
              <a:gd name="connsiteX30" fmla="*/ 464633 w 488073"/>
              <a:gd name="connsiteY30" fmla="*/ 472109 h 533400"/>
              <a:gd name="connsiteX31" fmla="*/ 464633 w 488073"/>
              <a:gd name="connsiteY31" fmla="*/ 472109 h 533400"/>
              <a:gd name="connsiteX32" fmla="*/ 436058 w 488073"/>
              <a:gd name="connsiteY32" fmla="*/ 408291 h 533400"/>
              <a:gd name="connsiteX33" fmla="*/ 435106 w 488073"/>
              <a:gd name="connsiteY33" fmla="*/ 408291 h 533400"/>
              <a:gd name="connsiteX34" fmla="*/ 253178 w 488073"/>
              <a:gd name="connsiteY34" fmla="*/ 415911 h 533400"/>
              <a:gd name="connsiteX35" fmla="*/ 320806 w 488073"/>
              <a:gd name="connsiteY35" fmla="*/ 19671 h 533400"/>
              <a:gd name="connsiteX36" fmla="*/ 168406 w 488073"/>
              <a:gd name="connsiteY36" fmla="*/ 19671 h 533400"/>
              <a:gd name="connsiteX37" fmla="*/ 168406 w 488073"/>
              <a:gd name="connsiteY37" fmla="*/ 135876 h 533400"/>
              <a:gd name="connsiteX38" fmla="*/ 165548 w 488073"/>
              <a:gd name="connsiteY38" fmla="*/ 153021 h 533400"/>
              <a:gd name="connsiteX39" fmla="*/ 165548 w 488073"/>
              <a:gd name="connsiteY39" fmla="*/ 153021 h 533400"/>
              <a:gd name="connsiteX40" fmla="*/ 164596 w 488073"/>
              <a:gd name="connsiteY40" fmla="*/ 155878 h 533400"/>
              <a:gd name="connsiteX41" fmla="*/ 58868 w 488073"/>
              <a:gd name="connsiteY41" fmla="*/ 392098 h 533400"/>
              <a:gd name="connsiteX42" fmla="*/ 236033 w 488073"/>
              <a:gd name="connsiteY42" fmla="*/ 404481 h 533400"/>
              <a:gd name="connsiteX43" fmla="*/ 238891 w 488073"/>
              <a:gd name="connsiteY43" fmla="*/ 402576 h 533400"/>
              <a:gd name="connsiteX44" fmla="*/ 425581 w 488073"/>
              <a:gd name="connsiteY44" fmla="*/ 382573 h 533400"/>
              <a:gd name="connsiteX45" fmla="*/ 324616 w 488073"/>
              <a:gd name="connsiteY45" fmla="*/ 154926 h 533400"/>
              <a:gd name="connsiteX46" fmla="*/ 320806 w 488073"/>
              <a:gd name="connsiteY46" fmla="*/ 135876 h 533400"/>
              <a:gd name="connsiteX47" fmla="*/ 320806 w 488073"/>
              <a:gd name="connsiteY47" fmla="*/ 135876 h 533400"/>
              <a:gd name="connsiteX48" fmla="*/ 320806 w 488073"/>
              <a:gd name="connsiteY48" fmla="*/ 19671 h 533400"/>
              <a:gd name="connsiteX49" fmla="*/ 306518 w 488073"/>
              <a:gd name="connsiteY49" fmla="*/ 248271 h 533400"/>
              <a:gd name="connsiteX50" fmla="*/ 349381 w 488073"/>
              <a:gd name="connsiteY50" fmla="*/ 291134 h 533400"/>
              <a:gd name="connsiteX51" fmla="*/ 306518 w 488073"/>
              <a:gd name="connsiteY51" fmla="*/ 333996 h 533400"/>
              <a:gd name="connsiteX52" fmla="*/ 263656 w 488073"/>
              <a:gd name="connsiteY52" fmla="*/ 291134 h 533400"/>
              <a:gd name="connsiteX53" fmla="*/ 306518 w 488073"/>
              <a:gd name="connsiteY53" fmla="*/ 248271 h 533400"/>
              <a:gd name="connsiteX54" fmla="*/ 306518 w 488073"/>
              <a:gd name="connsiteY54" fmla="*/ 267321 h 533400"/>
              <a:gd name="connsiteX55" fmla="*/ 282706 w 488073"/>
              <a:gd name="connsiteY55" fmla="*/ 291134 h 533400"/>
              <a:gd name="connsiteX56" fmla="*/ 306518 w 488073"/>
              <a:gd name="connsiteY56" fmla="*/ 314946 h 533400"/>
              <a:gd name="connsiteX57" fmla="*/ 330331 w 488073"/>
              <a:gd name="connsiteY57" fmla="*/ 291134 h 533400"/>
              <a:gd name="connsiteX58" fmla="*/ 306518 w 488073"/>
              <a:gd name="connsiteY58" fmla="*/ 267321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488073" h="533400">
                <a:moveTo>
                  <a:pt x="368431" y="621"/>
                </a:moveTo>
                <a:lnTo>
                  <a:pt x="368431" y="19671"/>
                </a:lnTo>
                <a:lnTo>
                  <a:pt x="339856" y="19671"/>
                </a:lnTo>
                <a:lnTo>
                  <a:pt x="339856" y="135876"/>
                </a:lnTo>
                <a:cubicBezTo>
                  <a:pt x="339856" y="138734"/>
                  <a:pt x="340808" y="142544"/>
                  <a:pt x="341761" y="145401"/>
                </a:cubicBezTo>
                <a:lnTo>
                  <a:pt x="342713" y="147306"/>
                </a:lnTo>
                <a:lnTo>
                  <a:pt x="483683" y="464489"/>
                </a:lnTo>
                <a:cubicBezTo>
                  <a:pt x="490351" y="478776"/>
                  <a:pt x="490351" y="494969"/>
                  <a:pt x="484636" y="509256"/>
                </a:cubicBezTo>
                <a:cubicBezTo>
                  <a:pt x="478921" y="524496"/>
                  <a:pt x="464633" y="534021"/>
                  <a:pt x="448441" y="534021"/>
                </a:cubicBezTo>
                <a:lnTo>
                  <a:pt x="448441" y="534021"/>
                </a:lnTo>
                <a:lnTo>
                  <a:pt x="40771" y="534021"/>
                </a:lnTo>
                <a:cubicBezTo>
                  <a:pt x="24578" y="534021"/>
                  <a:pt x="10291" y="524496"/>
                  <a:pt x="4576" y="509256"/>
                </a:cubicBezTo>
                <a:cubicBezTo>
                  <a:pt x="-1139" y="494969"/>
                  <a:pt x="-187" y="478776"/>
                  <a:pt x="5528" y="464489"/>
                </a:cubicBezTo>
                <a:lnTo>
                  <a:pt x="5528" y="464489"/>
                </a:lnTo>
                <a:lnTo>
                  <a:pt x="146498" y="147306"/>
                </a:lnTo>
                <a:cubicBezTo>
                  <a:pt x="148403" y="143496"/>
                  <a:pt x="149356" y="139686"/>
                  <a:pt x="149356" y="135876"/>
                </a:cubicBezTo>
                <a:lnTo>
                  <a:pt x="149356" y="135876"/>
                </a:lnTo>
                <a:lnTo>
                  <a:pt x="149356" y="19671"/>
                </a:lnTo>
                <a:lnTo>
                  <a:pt x="120781" y="19671"/>
                </a:lnTo>
                <a:lnTo>
                  <a:pt x="120781" y="621"/>
                </a:lnTo>
                <a:lnTo>
                  <a:pt x="368431" y="621"/>
                </a:lnTo>
                <a:close/>
                <a:moveTo>
                  <a:pt x="253178" y="415911"/>
                </a:moveTo>
                <a:lnTo>
                  <a:pt x="250321" y="417816"/>
                </a:lnTo>
                <a:cubicBezTo>
                  <a:pt x="195076" y="456869"/>
                  <a:pt x="119828" y="453059"/>
                  <a:pt x="51248" y="409244"/>
                </a:cubicBezTo>
                <a:lnTo>
                  <a:pt x="23626" y="471156"/>
                </a:lnTo>
                <a:cubicBezTo>
                  <a:pt x="19816" y="480681"/>
                  <a:pt x="18863" y="491159"/>
                  <a:pt x="22673" y="501636"/>
                </a:cubicBezTo>
                <a:cubicBezTo>
                  <a:pt x="25531" y="510209"/>
                  <a:pt x="33151" y="514971"/>
                  <a:pt x="40771" y="514971"/>
                </a:cubicBezTo>
                <a:lnTo>
                  <a:pt x="40771" y="514971"/>
                </a:lnTo>
                <a:lnTo>
                  <a:pt x="447488" y="514971"/>
                </a:lnTo>
                <a:cubicBezTo>
                  <a:pt x="456061" y="514971"/>
                  <a:pt x="462728" y="510209"/>
                  <a:pt x="465586" y="502589"/>
                </a:cubicBezTo>
                <a:cubicBezTo>
                  <a:pt x="469396" y="493064"/>
                  <a:pt x="469396" y="481634"/>
                  <a:pt x="464633" y="472109"/>
                </a:cubicBezTo>
                <a:lnTo>
                  <a:pt x="464633" y="472109"/>
                </a:lnTo>
                <a:lnTo>
                  <a:pt x="436058" y="408291"/>
                </a:lnTo>
                <a:lnTo>
                  <a:pt x="435106" y="408291"/>
                </a:lnTo>
                <a:cubicBezTo>
                  <a:pt x="375098" y="378764"/>
                  <a:pt x="302708" y="382573"/>
                  <a:pt x="253178" y="415911"/>
                </a:cubicBezTo>
                <a:close/>
                <a:moveTo>
                  <a:pt x="320806" y="19671"/>
                </a:moveTo>
                <a:lnTo>
                  <a:pt x="168406" y="19671"/>
                </a:lnTo>
                <a:lnTo>
                  <a:pt x="168406" y="135876"/>
                </a:lnTo>
                <a:cubicBezTo>
                  <a:pt x="168406" y="141591"/>
                  <a:pt x="167453" y="147306"/>
                  <a:pt x="165548" y="153021"/>
                </a:cubicBezTo>
                <a:lnTo>
                  <a:pt x="165548" y="153021"/>
                </a:lnTo>
                <a:lnTo>
                  <a:pt x="164596" y="155878"/>
                </a:lnTo>
                <a:lnTo>
                  <a:pt x="58868" y="392098"/>
                </a:lnTo>
                <a:cubicBezTo>
                  <a:pt x="120781" y="432103"/>
                  <a:pt x="187456" y="436866"/>
                  <a:pt x="236033" y="404481"/>
                </a:cubicBezTo>
                <a:lnTo>
                  <a:pt x="238891" y="402576"/>
                </a:lnTo>
                <a:cubicBezTo>
                  <a:pt x="290326" y="366381"/>
                  <a:pt x="361763" y="359714"/>
                  <a:pt x="425581" y="382573"/>
                </a:cubicBezTo>
                <a:lnTo>
                  <a:pt x="324616" y="154926"/>
                </a:lnTo>
                <a:cubicBezTo>
                  <a:pt x="321758" y="149211"/>
                  <a:pt x="320806" y="142544"/>
                  <a:pt x="320806" y="135876"/>
                </a:cubicBezTo>
                <a:lnTo>
                  <a:pt x="320806" y="135876"/>
                </a:lnTo>
                <a:lnTo>
                  <a:pt x="320806" y="19671"/>
                </a:lnTo>
                <a:close/>
                <a:moveTo>
                  <a:pt x="306518" y="248271"/>
                </a:moveTo>
                <a:cubicBezTo>
                  <a:pt x="330331" y="248271"/>
                  <a:pt x="349381" y="267321"/>
                  <a:pt x="349381" y="291134"/>
                </a:cubicBezTo>
                <a:cubicBezTo>
                  <a:pt x="349381" y="314946"/>
                  <a:pt x="330331" y="333996"/>
                  <a:pt x="306518" y="333996"/>
                </a:cubicBezTo>
                <a:cubicBezTo>
                  <a:pt x="282706" y="333996"/>
                  <a:pt x="263656" y="314946"/>
                  <a:pt x="263656" y="291134"/>
                </a:cubicBezTo>
                <a:cubicBezTo>
                  <a:pt x="263656" y="267321"/>
                  <a:pt x="282706" y="248271"/>
                  <a:pt x="306518" y="248271"/>
                </a:cubicBezTo>
                <a:close/>
                <a:moveTo>
                  <a:pt x="306518" y="267321"/>
                </a:moveTo>
                <a:cubicBezTo>
                  <a:pt x="293183" y="267321"/>
                  <a:pt x="282706" y="277798"/>
                  <a:pt x="282706" y="291134"/>
                </a:cubicBezTo>
                <a:cubicBezTo>
                  <a:pt x="282706" y="304469"/>
                  <a:pt x="293183" y="314946"/>
                  <a:pt x="306518" y="314946"/>
                </a:cubicBezTo>
                <a:cubicBezTo>
                  <a:pt x="319853" y="314946"/>
                  <a:pt x="330331" y="304469"/>
                  <a:pt x="330331" y="291134"/>
                </a:cubicBezTo>
                <a:cubicBezTo>
                  <a:pt x="330331" y="277798"/>
                  <a:pt x="319853" y="267321"/>
                  <a:pt x="306518" y="26732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defRPr/>
            </a:pPr>
            <a:endParaRPr lang="zh-CN" altLang="en-US">
              <a:ea typeface="Microsoft YaHei" charset="-122"/>
            </a:endParaRPr>
          </a:p>
        </p:txBody>
      </p:sp>
      <p:sp>
        <p:nvSpPr>
          <p:cNvPr id="12" name="任意多边形 15"/>
          <p:cNvSpPr/>
          <p:nvPr/>
        </p:nvSpPr>
        <p:spPr>
          <a:xfrm>
            <a:off x="6412279" y="4773002"/>
            <a:ext cx="249238" cy="247650"/>
          </a:xfrm>
          <a:custGeom>
            <a:avLst/>
            <a:gdLst>
              <a:gd name="connsiteX0" fmla="*/ 266700 w 533400"/>
              <a:gd name="connsiteY0" fmla="*/ 285750 h 533400"/>
              <a:gd name="connsiteX1" fmla="*/ 409575 w 533400"/>
              <a:gd name="connsiteY1" fmla="*/ 142875 h 533400"/>
              <a:gd name="connsiteX2" fmla="*/ 266700 w 533400"/>
              <a:gd name="connsiteY2" fmla="*/ 0 h 533400"/>
              <a:gd name="connsiteX3" fmla="*/ 123825 w 533400"/>
              <a:gd name="connsiteY3" fmla="*/ 142875 h 533400"/>
              <a:gd name="connsiteX4" fmla="*/ 266700 w 533400"/>
              <a:gd name="connsiteY4" fmla="*/ 285750 h 533400"/>
              <a:gd name="connsiteX5" fmla="*/ 266700 w 533400"/>
              <a:gd name="connsiteY5" fmla="*/ 19050 h 533400"/>
              <a:gd name="connsiteX6" fmla="*/ 390525 w 533400"/>
              <a:gd name="connsiteY6" fmla="*/ 142875 h 533400"/>
              <a:gd name="connsiteX7" fmla="*/ 266700 w 533400"/>
              <a:gd name="connsiteY7" fmla="*/ 266700 h 533400"/>
              <a:gd name="connsiteX8" fmla="*/ 142875 w 533400"/>
              <a:gd name="connsiteY8" fmla="*/ 142875 h 533400"/>
              <a:gd name="connsiteX9" fmla="*/ 266700 w 533400"/>
              <a:gd name="connsiteY9" fmla="*/ 19050 h 533400"/>
              <a:gd name="connsiteX10" fmla="*/ 419100 w 533400"/>
              <a:gd name="connsiteY10" fmla="*/ 333375 h 533400"/>
              <a:gd name="connsiteX11" fmla="*/ 114300 w 533400"/>
              <a:gd name="connsiteY11" fmla="*/ 333375 h 533400"/>
              <a:gd name="connsiteX12" fmla="*/ 0 w 533400"/>
              <a:gd name="connsiteY12" fmla="*/ 447675 h 533400"/>
              <a:gd name="connsiteX13" fmla="*/ 0 w 533400"/>
              <a:gd name="connsiteY13" fmla="*/ 533400 h 533400"/>
              <a:gd name="connsiteX14" fmla="*/ 19050 w 533400"/>
              <a:gd name="connsiteY14" fmla="*/ 533400 h 533400"/>
              <a:gd name="connsiteX15" fmla="*/ 19050 w 533400"/>
              <a:gd name="connsiteY15" fmla="*/ 447675 h 533400"/>
              <a:gd name="connsiteX16" fmla="*/ 114300 w 533400"/>
              <a:gd name="connsiteY16" fmla="*/ 352425 h 533400"/>
              <a:gd name="connsiteX17" fmla="*/ 419100 w 533400"/>
              <a:gd name="connsiteY17" fmla="*/ 352425 h 533400"/>
              <a:gd name="connsiteX18" fmla="*/ 514350 w 533400"/>
              <a:gd name="connsiteY18" fmla="*/ 447675 h 533400"/>
              <a:gd name="connsiteX19" fmla="*/ 514350 w 533400"/>
              <a:gd name="connsiteY19" fmla="*/ 533400 h 533400"/>
              <a:gd name="connsiteX20" fmla="*/ 533400 w 533400"/>
              <a:gd name="connsiteY20" fmla="*/ 533400 h 533400"/>
              <a:gd name="connsiteX21" fmla="*/ 533400 w 533400"/>
              <a:gd name="connsiteY21" fmla="*/ 447675 h 533400"/>
              <a:gd name="connsiteX22" fmla="*/ 419100 w 533400"/>
              <a:gd name="connsiteY22" fmla="*/ 333375 h 533400"/>
              <a:gd name="connsiteX23" fmla="*/ 342900 w 533400"/>
              <a:gd name="connsiteY23" fmla="*/ 466725 h 533400"/>
              <a:gd name="connsiteX24" fmla="*/ 457200 w 533400"/>
              <a:gd name="connsiteY24" fmla="*/ 466725 h 533400"/>
              <a:gd name="connsiteX25" fmla="*/ 457200 w 533400"/>
              <a:gd name="connsiteY25" fmla="*/ 447675 h 533400"/>
              <a:gd name="connsiteX26" fmla="*/ 342900 w 533400"/>
              <a:gd name="connsiteY26" fmla="*/ 447675 h 533400"/>
              <a:gd name="connsiteX27" fmla="*/ 342900 w 533400"/>
              <a:gd name="connsiteY27" fmla="*/ 466725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33400" h="533400">
                <a:moveTo>
                  <a:pt x="266700" y="285750"/>
                </a:moveTo>
                <a:cubicBezTo>
                  <a:pt x="345758" y="285750"/>
                  <a:pt x="409575" y="221933"/>
                  <a:pt x="409575" y="142875"/>
                </a:cubicBezTo>
                <a:cubicBezTo>
                  <a:pt x="409575" y="63818"/>
                  <a:pt x="345758" y="0"/>
                  <a:pt x="266700" y="0"/>
                </a:cubicBezTo>
                <a:cubicBezTo>
                  <a:pt x="187643" y="0"/>
                  <a:pt x="123825" y="63818"/>
                  <a:pt x="123825" y="142875"/>
                </a:cubicBezTo>
                <a:cubicBezTo>
                  <a:pt x="123825" y="221933"/>
                  <a:pt x="187643" y="285750"/>
                  <a:pt x="266700" y="285750"/>
                </a:cubicBezTo>
                <a:close/>
                <a:moveTo>
                  <a:pt x="266700" y="19050"/>
                </a:moveTo>
                <a:cubicBezTo>
                  <a:pt x="335280" y="19050"/>
                  <a:pt x="390525" y="74295"/>
                  <a:pt x="390525" y="142875"/>
                </a:cubicBezTo>
                <a:cubicBezTo>
                  <a:pt x="390525" y="211455"/>
                  <a:pt x="335280" y="266700"/>
                  <a:pt x="266700" y="266700"/>
                </a:cubicBezTo>
                <a:cubicBezTo>
                  <a:pt x="198120" y="266700"/>
                  <a:pt x="142875" y="211455"/>
                  <a:pt x="142875" y="142875"/>
                </a:cubicBezTo>
                <a:cubicBezTo>
                  <a:pt x="142875" y="74295"/>
                  <a:pt x="198120" y="19050"/>
                  <a:pt x="266700" y="19050"/>
                </a:cubicBezTo>
                <a:close/>
                <a:moveTo>
                  <a:pt x="419100" y="333375"/>
                </a:moveTo>
                <a:lnTo>
                  <a:pt x="114300" y="333375"/>
                </a:lnTo>
                <a:cubicBezTo>
                  <a:pt x="51435" y="333375"/>
                  <a:pt x="0" y="384810"/>
                  <a:pt x="0" y="447675"/>
                </a:cubicBezTo>
                <a:lnTo>
                  <a:pt x="0" y="533400"/>
                </a:lnTo>
                <a:lnTo>
                  <a:pt x="19050" y="533400"/>
                </a:lnTo>
                <a:lnTo>
                  <a:pt x="19050" y="447675"/>
                </a:lnTo>
                <a:cubicBezTo>
                  <a:pt x="19050" y="395288"/>
                  <a:pt x="61913" y="352425"/>
                  <a:pt x="114300" y="352425"/>
                </a:cubicBezTo>
                <a:lnTo>
                  <a:pt x="419100" y="352425"/>
                </a:lnTo>
                <a:cubicBezTo>
                  <a:pt x="471488" y="352425"/>
                  <a:pt x="514350" y="395288"/>
                  <a:pt x="514350" y="447675"/>
                </a:cubicBezTo>
                <a:lnTo>
                  <a:pt x="514350" y="533400"/>
                </a:lnTo>
                <a:lnTo>
                  <a:pt x="533400" y="533400"/>
                </a:lnTo>
                <a:lnTo>
                  <a:pt x="533400" y="447675"/>
                </a:lnTo>
                <a:cubicBezTo>
                  <a:pt x="533400" y="384810"/>
                  <a:pt x="481965" y="333375"/>
                  <a:pt x="419100" y="333375"/>
                </a:cubicBezTo>
                <a:close/>
                <a:moveTo>
                  <a:pt x="342900" y="466725"/>
                </a:moveTo>
                <a:lnTo>
                  <a:pt x="457200" y="466725"/>
                </a:lnTo>
                <a:lnTo>
                  <a:pt x="457200" y="447675"/>
                </a:lnTo>
                <a:lnTo>
                  <a:pt x="342900" y="447675"/>
                </a:lnTo>
                <a:lnTo>
                  <a:pt x="342900" y="46672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defRPr/>
            </a:pPr>
            <a:endParaRPr lang="zh-CN" altLang="en-US">
              <a:ea typeface="Microsoft YaHei" charset="-122"/>
            </a:endParaRPr>
          </a:p>
        </p:txBody>
      </p:sp>
      <p:sp>
        <p:nvSpPr>
          <p:cNvPr id="13" name="内容占位符 10"/>
          <p:cNvSpPr>
            <a:spLocks noGrp="1"/>
          </p:cNvSpPr>
          <p:nvPr>
            <p:ph sz="quarter" idx="25" hasCustomPrompt="1"/>
          </p:nvPr>
        </p:nvSpPr>
        <p:spPr>
          <a:xfrm>
            <a:off x="2057767" y="1282130"/>
            <a:ext cx="8263513" cy="390293"/>
          </a:xfrm>
          <a:prstGeom prst="rect">
            <a:avLst/>
          </a:prstGeom>
          <a:noFill/>
        </p:spPr>
        <p:txBody>
          <a:bodyPr/>
          <a:lstStyle>
            <a:lvl1pPr algn="ctr">
              <a:defRPr lang="zh-CN" altLang="en-US" sz="1800" smtClean="0">
                <a:solidFill>
                  <a:schemeClr val="accent1"/>
                </a:solidFill>
              </a:defRPr>
            </a:lvl1pPr>
            <a:lvl2pPr algn="ctr">
              <a:defRPr lang="zh-CN" altLang="en-US" smtClean="0"/>
            </a:lvl2pPr>
            <a:lvl3pPr algn="ctr">
              <a:defRPr lang="zh-CN" altLang="en-US" smtClean="0"/>
            </a:lvl3pPr>
            <a:lvl4pPr algn="ctr">
              <a:defRPr lang="zh-CN" altLang="en-US" smtClean="0"/>
            </a:lvl4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14" name="图片占位符 2"/>
          <p:cNvSpPr>
            <a:spLocks noGrp="1"/>
          </p:cNvSpPr>
          <p:nvPr>
            <p:ph type="pic" sz="quarter" idx="26"/>
          </p:nvPr>
        </p:nvSpPr>
        <p:spPr>
          <a:xfrm>
            <a:off x="2057766" y="1789137"/>
            <a:ext cx="3959642" cy="3931920"/>
          </a:xfrm>
        </p:spPr>
        <p:txBody>
          <a:bodyPr/>
          <a:lstStyle/>
          <a:p>
            <a:pPr lvl="0"/>
            <a:r>
              <a:rPr lang="zh-CN" altLang="en-US" noProof="0"/>
              <a:t>单击图标添加图片</a:t>
            </a:r>
            <a:endParaRPr lang="en-US" noProof="0"/>
          </a:p>
        </p:txBody>
      </p:sp>
      <p:sp>
        <p:nvSpPr>
          <p:cNvPr id="15" name="图片占位符 2"/>
          <p:cNvSpPr>
            <a:spLocks noGrp="1"/>
          </p:cNvSpPr>
          <p:nvPr>
            <p:ph type="pic" sz="quarter" idx="27"/>
          </p:nvPr>
        </p:nvSpPr>
        <p:spPr>
          <a:xfrm>
            <a:off x="6234062" y="1789137"/>
            <a:ext cx="4087218" cy="3931920"/>
          </a:xfrm>
        </p:spPr>
        <p:txBody>
          <a:bodyPr/>
          <a:lstStyle/>
          <a:p>
            <a:pPr lvl="0"/>
            <a:r>
              <a:rPr lang="zh-CN" altLang="en-US" noProof="0"/>
              <a:t>单击图标添加图片</a:t>
            </a:r>
            <a:endParaRPr lang="en-US" noProof="0"/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直接连接符 38"/>
          <p:cNvCxnSpPr/>
          <p:nvPr/>
        </p:nvCxnSpPr>
        <p:spPr>
          <a:xfrm>
            <a:off x="590551" y="6416675"/>
            <a:ext cx="1102571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灯片编号占位符 4"/>
          <p:cNvSpPr>
            <a:spLocks noGrp="1"/>
          </p:cNvSpPr>
          <p:nvPr>
            <p:ph type="sldNum" sz="quarter" idx="4"/>
          </p:nvPr>
        </p:nvSpPr>
        <p:spPr>
          <a:xfrm flipH="1">
            <a:off x="11205115" y="6489701"/>
            <a:ext cx="500524" cy="376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AED39-47C5-4F21-B93C-39BDEADD8457}" type="slidenum">
              <a:rPr lang="en-US" altLang="zh-CN" smtClean="0"/>
              <a:t>‹#›</a:t>
            </a:fld>
            <a:endParaRPr lang="zh-CN" altLang="en-US"/>
          </a:p>
        </p:txBody>
      </p:sp>
      <p:sp>
        <p:nvSpPr>
          <p:cNvPr id="6" name="标题占位符 1"/>
          <p:cNvSpPr>
            <a:spLocks noGrp="1"/>
          </p:cNvSpPr>
          <p:nvPr>
            <p:ph type="title"/>
          </p:nvPr>
        </p:nvSpPr>
        <p:spPr>
          <a:xfrm>
            <a:off x="474662" y="352165"/>
            <a:ext cx="9193769" cy="381431"/>
          </a:xfrm>
          <a:prstGeom prst="rect">
            <a:avLst/>
          </a:prstGeom>
        </p:spPr>
        <p:txBody>
          <a:bodyPr/>
          <a:lstStyle/>
          <a:p>
            <a:pPr marL="0" lvl="0">
              <a:lnSpc>
                <a:spcPct val="100000"/>
              </a:lnSpc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8" name="任意多边形 9"/>
          <p:cNvSpPr/>
          <p:nvPr/>
        </p:nvSpPr>
        <p:spPr>
          <a:xfrm>
            <a:off x="1749273" y="4883635"/>
            <a:ext cx="233363" cy="255588"/>
          </a:xfrm>
          <a:custGeom>
            <a:avLst/>
            <a:gdLst>
              <a:gd name="connsiteX0" fmla="*/ 368431 w 488073"/>
              <a:gd name="connsiteY0" fmla="*/ 621 h 533400"/>
              <a:gd name="connsiteX1" fmla="*/ 368431 w 488073"/>
              <a:gd name="connsiteY1" fmla="*/ 19671 h 533400"/>
              <a:gd name="connsiteX2" fmla="*/ 339856 w 488073"/>
              <a:gd name="connsiteY2" fmla="*/ 19671 h 533400"/>
              <a:gd name="connsiteX3" fmla="*/ 339856 w 488073"/>
              <a:gd name="connsiteY3" fmla="*/ 135876 h 533400"/>
              <a:gd name="connsiteX4" fmla="*/ 341761 w 488073"/>
              <a:gd name="connsiteY4" fmla="*/ 145401 h 533400"/>
              <a:gd name="connsiteX5" fmla="*/ 342713 w 488073"/>
              <a:gd name="connsiteY5" fmla="*/ 147306 h 533400"/>
              <a:gd name="connsiteX6" fmla="*/ 483683 w 488073"/>
              <a:gd name="connsiteY6" fmla="*/ 464489 h 533400"/>
              <a:gd name="connsiteX7" fmla="*/ 484636 w 488073"/>
              <a:gd name="connsiteY7" fmla="*/ 509256 h 533400"/>
              <a:gd name="connsiteX8" fmla="*/ 448441 w 488073"/>
              <a:gd name="connsiteY8" fmla="*/ 534021 h 533400"/>
              <a:gd name="connsiteX9" fmla="*/ 448441 w 488073"/>
              <a:gd name="connsiteY9" fmla="*/ 534021 h 533400"/>
              <a:gd name="connsiteX10" fmla="*/ 40771 w 488073"/>
              <a:gd name="connsiteY10" fmla="*/ 534021 h 533400"/>
              <a:gd name="connsiteX11" fmla="*/ 4576 w 488073"/>
              <a:gd name="connsiteY11" fmla="*/ 509256 h 533400"/>
              <a:gd name="connsiteX12" fmla="*/ 5528 w 488073"/>
              <a:gd name="connsiteY12" fmla="*/ 464489 h 533400"/>
              <a:gd name="connsiteX13" fmla="*/ 5528 w 488073"/>
              <a:gd name="connsiteY13" fmla="*/ 464489 h 533400"/>
              <a:gd name="connsiteX14" fmla="*/ 146498 w 488073"/>
              <a:gd name="connsiteY14" fmla="*/ 147306 h 533400"/>
              <a:gd name="connsiteX15" fmla="*/ 149356 w 488073"/>
              <a:gd name="connsiteY15" fmla="*/ 135876 h 533400"/>
              <a:gd name="connsiteX16" fmla="*/ 149356 w 488073"/>
              <a:gd name="connsiteY16" fmla="*/ 135876 h 533400"/>
              <a:gd name="connsiteX17" fmla="*/ 149356 w 488073"/>
              <a:gd name="connsiteY17" fmla="*/ 19671 h 533400"/>
              <a:gd name="connsiteX18" fmla="*/ 120781 w 488073"/>
              <a:gd name="connsiteY18" fmla="*/ 19671 h 533400"/>
              <a:gd name="connsiteX19" fmla="*/ 120781 w 488073"/>
              <a:gd name="connsiteY19" fmla="*/ 621 h 533400"/>
              <a:gd name="connsiteX20" fmla="*/ 368431 w 488073"/>
              <a:gd name="connsiteY20" fmla="*/ 621 h 533400"/>
              <a:gd name="connsiteX21" fmla="*/ 253178 w 488073"/>
              <a:gd name="connsiteY21" fmla="*/ 415911 h 533400"/>
              <a:gd name="connsiteX22" fmla="*/ 250321 w 488073"/>
              <a:gd name="connsiteY22" fmla="*/ 417816 h 533400"/>
              <a:gd name="connsiteX23" fmla="*/ 51248 w 488073"/>
              <a:gd name="connsiteY23" fmla="*/ 409244 h 533400"/>
              <a:gd name="connsiteX24" fmla="*/ 23626 w 488073"/>
              <a:gd name="connsiteY24" fmla="*/ 471156 h 533400"/>
              <a:gd name="connsiteX25" fmla="*/ 22673 w 488073"/>
              <a:gd name="connsiteY25" fmla="*/ 501636 h 533400"/>
              <a:gd name="connsiteX26" fmla="*/ 40771 w 488073"/>
              <a:gd name="connsiteY26" fmla="*/ 514971 h 533400"/>
              <a:gd name="connsiteX27" fmla="*/ 40771 w 488073"/>
              <a:gd name="connsiteY27" fmla="*/ 514971 h 533400"/>
              <a:gd name="connsiteX28" fmla="*/ 447488 w 488073"/>
              <a:gd name="connsiteY28" fmla="*/ 514971 h 533400"/>
              <a:gd name="connsiteX29" fmla="*/ 465586 w 488073"/>
              <a:gd name="connsiteY29" fmla="*/ 502589 h 533400"/>
              <a:gd name="connsiteX30" fmla="*/ 464633 w 488073"/>
              <a:gd name="connsiteY30" fmla="*/ 472109 h 533400"/>
              <a:gd name="connsiteX31" fmla="*/ 464633 w 488073"/>
              <a:gd name="connsiteY31" fmla="*/ 472109 h 533400"/>
              <a:gd name="connsiteX32" fmla="*/ 436058 w 488073"/>
              <a:gd name="connsiteY32" fmla="*/ 408291 h 533400"/>
              <a:gd name="connsiteX33" fmla="*/ 435106 w 488073"/>
              <a:gd name="connsiteY33" fmla="*/ 408291 h 533400"/>
              <a:gd name="connsiteX34" fmla="*/ 253178 w 488073"/>
              <a:gd name="connsiteY34" fmla="*/ 415911 h 533400"/>
              <a:gd name="connsiteX35" fmla="*/ 320806 w 488073"/>
              <a:gd name="connsiteY35" fmla="*/ 19671 h 533400"/>
              <a:gd name="connsiteX36" fmla="*/ 168406 w 488073"/>
              <a:gd name="connsiteY36" fmla="*/ 19671 h 533400"/>
              <a:gd name="connsiteX37" fmla="*/ 168406 w 488073"/>
              <a:gd name="connsiteY37" fmla="*/ 135876 h 533400"/>
              <a:gd name="connsiteX38" fmla="*/ 165548 w 488073"/>
              <a:gd name="connsiteY38" fmla="*/ 153021 h 533400"/>
              <a:gd name="connsiteX39" fmla="*/ 165548 w 488073"/>
              <a:gd name="connsiteY39" fmla="*/ 153021 h 533400"/>
              <a:gd name="connsiteX40" fmla="*/ 164596 w 488073"/>
              <a:gd name="connsiteY40" fmla="*/ 155878 h 533400"/>
              <a:gd name="connsiteX41" fmla="*/ 58868 w 488073"/>
              <a:gd name="connsiteY41" fmla="*/ 392098 h 533400"/>
              <a:gd name="connsiteX42" fmla="*/ 236033 w 488073"/>
              <a:gd name="connsiteY42" fmla="*/ 404481 h 533400"/>
              <a:gd name="connsiteX43" fmla="*/ 238891 w 488073"/>
              <a:gd name="connsiteY43" fmla="*/ 402576 h 533400"/>
              <a:gd name="connsiteX44" fmla="*/ 425581 w 488073"/>
              <a:gd name="connsiteY44" fmla="*/ 382573 h 533400"/>
              <a:gd name="connsiteX45" fmla="*/ 324616 w 488073"/>
              <a:gd name="connsiteY45" fmla="*/ 154926 h 533400"/>
              <a:gd name="connsiteX46" fmla="*/ 320806 w 488073"/>
              <a:gd name="connsiteY46" fmla="*/ 135876 h 533400"/>
              <a:gd name="connsiteX47" fmla="*/ 320806 w 488073"/>
              <a:gd name="connsiteY47" fmla="*/ 135876 h 533400"/>
              <a:gd name="connsiteX48" fmla="*/ 320806 w 488073"/>
              <a:gd name="connsiteY48" fmla="*/ 19671 h 533400"/>
              <a:gd name="connsiteX49" fmla="*/ 306518 w 488073"/>
              <a:gd name="connsiteY49" fmla="*/ 248271 h 533400"/>
              <a:gd name="connsiteX50" fmla="*/ 349381 w 488073"/>
              <a:gd name="connsiteY50" fmla="*/ 291134 h 533400"/>
              <a:gd name="connsiteX51" fmla="*/ 306518 w 488073"/>
              <a:gd name="connsiteY51" fmla="*/ 333996 h 533400"/>
              <a:gd name="connsiteX52" fmla="*/ 263656 w 488073"/>
              <a:gd name="connsiteY52" fmla="*/ 291134 h 533400"/>
              <a:gd name="connsiteX53" fmla="*/ 306518 w 488073"/>
              <a:gd name="connsiteY53" fmla="*/ 248271 h 533400"/>
              <a:gd name="connsiteX54" fmla="*/ 306518 w 488073"/>
              <a:gd name="connsiteY54" fmla="*/ 267321 h 533400"/>
              <a:gd name="connsiteX55" fmla="*/ 282706 w 488073"/>
              <a:gd name="connsiteY55" fmla="*/ 291134 h 533400"/>
              <a:gd name="connsiteX56" fmla="*/ 306518 w 488073"/>
              <a:gd name="connsiteY56" fmla="*/ 314946 h 533400"/>
              <a:gd name="connsiteX57" fmla="*/ 330331 w 488073"/>
              <a:gd name="connsiteY57" fmla="*/ 291134 h 533400"/>
              <a:gd name="connsiteX58" fmla="*/ 306518 w 488073"/>
              <a:gd name="connsiteY58" fmla="*/ 267321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488073" h="533400">
                <a:moveTo>
                  <a:pt x="368431" y="621"/>
                </a:moveTo>
                <a:lnTo>
                  <a:pt x="368431" y="19671"/>
                </a:lnTo>
                <a:lnTo>
                  <a:pt x="339856" y="19671"/>
                </a:lnTo>
                <a:lnTo>
                  <a:pt x="339856" y="135876"/>
                </a:lnTo>
                <a:cubicBezTo>
                  <a:pt x="339856" y="138734"/>
                  <a:pt x="340808" y="142544"/>
                  <a:pt x="341761" y="145401"/>
                </a:cubicBezTo>
                <a:lnTo>
                  <a:pt x="342713" y="147306"/>
                </a:lnTo>
                <a:lnTo>
                  <a:pt x="483683" y="464489"/>
                </a:lnTo>
                <a:cubicBezTo>
                  <a:pt x="490351" y="478776"/>
                  <a:pt x="490351" y="494969"/>
                  <a:pt x="484636" y="509256"/>
                </a:cubicBezTo>
                <a:cubicBezTo>
                  <a:pt x="478921" y="524496"/>
                  <a:pt x="464633" y="534021"/>
                  <a:pt x="448441" y="534021"/>
                </a:cubicBezTo>
                <a:lnTo>
                  <a:pt x="448441" y="534021"/>
                </a:lnTo>
                <a:lnTo>
                  <a:pt x="40771" y="534021"/>
                </a:lnTo>
                <a:cubicBezTo>
                  <a:pt x="24578" y="534021"/>
                  <a:pt x="10291" y="524496"/>
                  <a:pt x="4576" y="509256"/>
                </a:cubicBezTo>
                <a:cubicBezTo>
                  <a:pt x="-1139" y="494969"/>
                  <a:pt x="-187" y="478776"/>
                  <a:pt x="5528" y="464489"/>
                </a:cubicBezTo>
                <a:lnTo>
                  <a:pt x="5528" y="464489"/>
                </a:lnTo>
                <a:lnTo>
                  <a:pt x="146498" y="147306"/>
                </a:lnTo>
                <a:cubicBezTo>
                  <a:pt x="148403" y="143496"/>
                  <a:pt x="149356" y="139686"/>
                  <a:pt x="149356" y="135876"/>
                </a:cubicBezTo>
                <a:lnTo>
                  <a:pt x="149356" y="135876"/>
                </a:lnTo>
                <a:lnTo>
                  <a:pt x="149356" y="19671"/>
                </a:lnTo>
                <a:lnTo>
                  <a:pt x="120781" y="19671"/>
                </a:lnTo>
                <a:lnTo>
                  <a:pt x="120781" y="621"/>
                </a:lnTo>
                <a:lnTo>
                  <a:pt x="368431" y="621"/>
                </a:lnTo>
                <a:close/>
                <a:moveTo>
                  <a:pt x="253178" y="415911"/>
                </a:moveTo>
                <a:lnTo>
                  <a:pt x="250321" y="417816"/>
                </a:lnTo>
                <a:cubicBezTo>
                  <a:pt x="195076" y="456869"/>
                  <a:pt x="119828" y="453059"/>
                  <a:pt x="51248" y="409244"/>
                </a:cubicBezTo>
                <a:lnTo>
                  <a:pt x="23626" y="471156"/>
                </a:lnTo>
                <a:cubicBezTo>
                  <a:pt x="19816" y="480681"/>
                  <a:pt x="18863" y="491159"/>
                  <a:pt x="22673" y="501636"/>
                </a:cubicBezTo>
                <a:cubicBezTo>
                  <a:pt x="25531" y="510209"/>
                  <a:pt x="33151" y="514971"/>
                  <a:pt x="40771" y="514971"/>
                </a:cubicBezTo>
                <a:lnTo>
                  <a:pt x="40771" y="514971"/>
                </a:lnTo>
                <a:lnTo>
                  <a:pt x="447488" y="514971"/>
                </a:lnTo>
                <a:cubicBezTo>
                  <a:pt x="456061" y="514971"/>
                  <a:pt x="462728" y="510209"/>
                  <a:pt x="465586" y="502589"/>
                </a:cubicBezTo>
                <a:cubicBezTo>
                  <a:pt x="469396" y="493064"/>
                  <a:pt x="469396" y="481634"/>
                  <a:pt x="464633" y="472109"/>
                </a:cubicBezTo>
                <a:lnTo>
                  <a:pt x="464633" y="472109"/>
                </a:lnTo>
                <a:lnTo>
                  <a:pt x="436058" y="408291"/>
                </a:lnTo>
                <a:lnTo>
                  <a:pt x="435106" y="408291"/>
                </a:lnTo>
                <a:cubicBezTo>
                  <a:pt x="375098" y="378764"/>
                  <a:pt x="302708" y="382573"/>
                  <a:pt x="253178" y="415911"/>
                </a:cubicBezTo>
                <a:close/>
                <a:moveTo>
                  <a:pt x="320806" y="19671"/>
                </a:moveTo>
                <a:lnTo>
                  <a:pt x="168406" y="19671"/>
                </a:lnTo>
                <a:lnTo>
                  <a:pt x="168406" y="135876"/>
                </a:lnTo>
                <a:cubicBezTo>
                  <a:pt x="168406" y="141591"/>
                  <a:pt x="167453" y="147306"/>
                  <a:pt x="165548" y="153021"/>
                </a:cubicBezTo>
                <a:lnTo>
                  <a:pt x="165548" y="153021"/>
                </a:lnTo>
                <a:lnTo>
                  <a:pt x="164596" y="155878"/>
                </a:lnTo>
                <a:lnTo>
                  <a:pt x="58868" y="392098"/>
                </a:lnTo>
                <a:cubicBezTo>
                  <a:pt x="120781" y="432103"/>
                  <a:pt x="187456" y="436866"/>
                  <a:pt x="236033" y="404481"/>
                </a:cubicBezTo>
                <a:lnTo>
                  <a:pt x="238891" y="402576"/>
                </a:lnTo>
                <a:cubicBezTo>
                  <a:pt x="290326" y="366381"/>
                  <a:pt x="361763" y="359714"/>
                  <a:pt x="425581" y="382573"/>
                </a:cubicBezTo>
                <a:lnTo>
                  <a:pt x="324616" y="154926"/>
                </a:lnTo>
                <a:cubicBezTo>
                  <a:pt x="321758" y="149211"/>
                  <a:pt x="320806" y="142544"/>
                  <a:pt x="320806" y="135876"/>
                </a:cubicBezTo>
                <a:lnTo>
                  <a:pt x="320806" y="135876"/>
                </a:lnTo>
                <a:lnTo>
                  <a:pt x="320806" y="19671"/>
                </a:lnTo>
                <a:close/>
                <a:moveTo>
                  <a:pt x="306518" y="248271"/>
                </a:moveTo>
                <a:cubicBezTo>
                  <a:pt x="330331" y="248271"/>
                  <a:pt x="349381" y="267321"/>
                  <a:pt x="349381" y="291134"/>
                </a:cubicBezTo>
                <a:cubicBezTo>
                  <a:pt x="349381" y="314946"/>
                  <a:pt x="330331" y="333996"/>
                  <a:pt x="306518" y="333996"/>
                </a:cubicBezTo>
                <a:cubicBezTo>
                  <a:pt x="282706" y="333996"/>
                  <a:pt x="263656" y="314946"/>
                  <a:pt x="263656" y="291134"/>
                </a:cubicBezTo>
                <a:cubicBezTo>
                  <a:pt x="263656" y="267321"/>
                  <a:pt x="282706" y="248271"/>
                  <a:pt x="306518" y="248271"/>
                </a:cubicBezTo>
                <a:close/>
                <a:moveTo>
                  <a:pt x="306518" y="267321"/>
                </a:moveTo>
                <a:cubicBezTo>
                  <a:pt x="293183" y="267321"/>
                  <a:pt x="282706" y="277798"/>
                  <a:pt x="282706" y="291134"/>
                </a:cubicBezTo>
                <a:cubicBezTo>
                  <a:pt x="282706" y="304469"/>
                  <a:pt x="293183" y="314946"/>
                  <a:pt x="306518" y="314946"/>
                </a:cubicBezTo>
                <a:cubicBezTo>
                  <a:pt x="319853" y="314946"/>
                  <a:pt x="330331" y="304469"/>
                  <a:pt x="330331" y="291134"/>
                </a:cubicBezTo>
                <a:cubicBezTo>
                  <a:pt x="330331" y="277798"/>
                  <a:pt x="319853" y="267321"/>
                  <a:pt x="306518" y="26732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defRPr/>
            </a:pPr>
            <a:endParaRPr lang="zh-CN" altLang="en-US">
              <a:ea typeface="Microsoft YaHei" charset="-122"/>
            </a:endParaRPr>
          </a:p>
        </p:txBody>
      </p:sp>
      <p:sp>
        <p:nvSpPr>
          <p:cNvPr id="12" name="任意多边形 15"/>
          <p:cNvSpPr/>
          <p:nvPr/>
        </p:nvSpPr>
        <p:spPr>
          <a:xfrm>
            <a:off x="6337148" y="4888398"/>
            <a:ext cx="249238" cy="247650"/>
          </a:xfrm>
          <a:custGeom>
            <a:avLst/>
            <a:gdLst>
              <a:gd name="connsiteX0" fmla="*/ 266700 w 533400"/>
              <a:gd name="connsiteY0" fmla="*/ 285750 h 533400"/>
              <a:gd name="connsiteX1" fmla="*/ 409575 w 533400"/>
              <a:gd name="connsiteY1" fmla="*/ 142875 h 533400"/>
              <a:gd name="connsiteX2" fmla="*/ 266700 w 533400"/>
              <a:gd name="connsiteY2" fmla="*/ 0 h 533400"/>
              <a:gd name="connsiteX3" fmla="*/ 123825 w 533400"/>
              <a:gd name="connsiteY3" fmla="*/ 142875 h 533400"/>
              <a:gd name="connsiteX4" fmla="*/ 266700 w 533400"/>
              <a:gd name="connsiteY4" fmla="*/ 285750 h 533400"/>
              <a:gd name="connsiteX5" fmla="*/ 266700 w 533400"/>
              <a:gd name="connsiteY5" fmla="*/ 19050 h 533400"/>
              <a:gd name="connsiteX6" fmla="*/ 390525 w 533400"/>
              <a:gd name="connsiteY6" fmla="*/ 142875 h 533400"/>
              <a:gd name="connsiteX7" fmla="*/ 266700 w 533400"/>
              <a:gd name="connsiteY7" fmla="*/ 266700 h 533400"/>
              <a:gd name="connsiteX8" fmla="*/ 142875 w 533400"/>
              <a:gd name="connsiteY8" fmla="*/ 142875 h 533400"/>
              <a:gd name="connsiteX9" fmla="*/ 266700 w 533400"/>
              <a:gd name="connsiteY9" fmla="*/ 19050 h 533400"/>
              <a:gd name="connsiteX10" fmla="*/ 419100 w 533400"/>
              <a:gd name="connsiteY10" fmla="*/ 333375 h 533400"/>
              <a:gd name="connsiteX11" fmla="*/ 114300 w 533400"/>
              <a:gd name="connsiteY11" fmla="*/ 333375 h 533400"/>
              <a:gd name="connsiteX12" fmla="*/ 0 w 533400"/>
              <a:gd name="connsiteY12" fmla="*/ 447675 h 533400"/>
              <a:gd name="connsiteX13" fmla="*/ 0 w 533400"/>
              <a:gd name="connsiteY13" fmla="*/ 533400 h 533400"/>
              <a:gd name="connsiteX14" fmla="*/ 19050 w 533400"/>
              <a:gd name="connsiteY14" fmla="*/ 533400 h 533400"/>
              <a:gd name="connsiteX15" fmla="*/ 19050 w 533400"/>
              <a:gd name="connsiteY15" fmla="*/ 447675 h 533400"/>
              <a:gd name="connsiteX16" fmla="*/ 114300 w 533400"/>
              <a:gd name="connsiteY16" fmla="*/ 352425 h 533400"/>
              <a:gd name="connsiteX17" fmla="*/ 419100 w 533400"/>
              <a:gd name="connsiteY17" fmla="*/ 352425 h 533400"/>
              <a:gd name="connsiteX18" fmla="*/ 514350 w 533400"/>
              <a:gd name="connsiteY18" fmla="*/ 447675 h 533400"/>
              <a:gd name="connsiteX19" fmla="*/ 514350 w 533400"/>
              <a:gd name="connsiteY19" fmla="*/ 533400 h 533400"/>
              <a:gd name="connsiteX20" fmla="*/ 533400 w 533400"/>
              <a:gd name="connsiteY20" fmla="*/ 533400 h 533400"/>
              <a:gd name="connsiteX21" fmla="*/ 533400 w 533400"/>
              <a:gd name="connsiteY21" fmla="*/ 447675 h 533400"/>
              <a:gd name="connsiteX22" fmla="*/ 419100 w 533400"/>
              <a:gd name="connsiteY22" fmla="*/ 333375 h 533400"/>
              <a:gd name="connsiteX23" fmla="*/ 342900 w 533400"/>
              <a:gd name="connsiteY23" fmla="*/ 466725 h 533400"/>
              <a:gd name="connsiteX24" fmla="*/ 457200 w 533400"/>
              <a:gd name="connsiteY24" fmla="*/ 466725 h 533400"/>
              <a:gd name="connsiteX25" fmla="*/ 457200 w 533400"/>
              <a:gd name="connsiteY25" fmla="*/ 447675 h 533400"/>
              <a:gd name="connsiteX26" fmla="*/ 342900 w 533400"/>
              <a:gd name="connsiteY26" fmla="*/ 447675 h 533400"/>
              <a:gd name="connsiteX27" fmla="*/ 342900 w 533400"/>
              <a:gd name="connsiteY27" fmla="*/ 466725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33400" h="533400">
                <a:moveTo>
                  <a:pt x="266700" y="285750"/>
                </a:moveTo>
                <a:cubicBezTo>
                  <a:pt x="345758" y="285750"/>
                  <a:pt x="409575" y="221933"/>
                  <a:pt x="409575" y="142875"/>
                </a:cubicBezTo>
                <a:cubicBezTo>
                  <a:pt x="409575" y="63818"/>
                  <a:pt x="345758" y="0"/>
                  <a:pt x="266700" y="0"/>
                </a:cubicBezTo>
                <a:cubicBezTo>
                  <a:pt x="187643" y="0"/>
                  <a:pt x="123825" y="63818"/>
                  <a:pt x="123825" y="142875"/>
                </a:cubicBezTo>
                <a:cubicBezTo>
                  <a:pt x="123825" y="221933"/>
                  <a:pt x="187643" y="285750"/>
                  <a:pt x="266700" y="285750"/>
                </a:cubicBezTo>
                <a:close/>
                <a:moveTo>
                  <a:pt x="266700" y="19050"/>
                </a:moveTo>
                <a:cubicBezTo>
                  <a:pt x="335280" y="19050"/>
                  <a:pt x="390525" y="74295"/>
                  <a:pt x="390525" y="142875"/>
                </a:cubicBezTo>
                <a:cubicBezTo>
                  <a:pt x="390525" y="211455"/>
                  <a:pt x="335280" y="266700"/>
                  <a:pt x="266700" y="266700"/>
                </a:cubicBezTo>
                <a:cubicBezTo>
                  <a:pt x="198120" y="266700"/>
                  <a:pt x="142875" y="211455"/>
                  <a:pt x="142875" y="142875"/>
                </a:cubicBezTo>
                <a:cubicBezTo>
                  <a:pt x="142875" y="74295"/>
                  <a:pt x="198120" y="19050"/>
                  <a:pt x="266700" y="19050"/>
                </a:cubicBezTo>
                <a:close/>
                <a:moveTo>
                  <a:pt x="419100" y="333375"/>
                </a:moveTo>
                <a:lnTo>
                  <a:pt x="114300" y="333375"/>
                </a:lnTo>
                <a:cubicBezTo>
                  <a:pt x="51435" y="333375"/>
                  <a:pt x="0" y="384810"/>
                  <a:pt x="0" y="447675"/>
                </a:cubicBezTo>
                <a:lnTo>
                  <a:pt x="0" y="533400"/>
                </a:lnTo>
                <a:lnTo>
                  <a:pt x="19050" y="533400"/>
                </a:lnTo>
                <a:lnTo>
                  <a:pt x="19050" y="447675"/>
                </a:lnTo>
                <a:cubicBezTo>
                  <a:pt x="19050" y="395288"/>
                  <a:pt x="61913" y="352425"/>
                  <a:pt x="114300" y="352425"/>
                </a:cubicBezTo>
                <a:lnTo>
                  <a:pt x="419100" y="352425"/>
                </a:lnTo>
                <a:cubicBezTo>
                  <a:pt x="471488" y="352425"/>
                  <a:pt x="514350" y="395288"/>
                  <a:pt x="514350" y="447675"/>
                </a:cubicBezTo>
                <a:lnTo>
                  <a:pt x="514350" y="533400"/>
                </a:lnTo>
                <a:lnTo>
                  <a:pt x="533400" y="533400"/>
                </a:lnTo>
                <a:lnTo>
                  <a:pt x="533400" y="447675"/>
                </a:lnTo>
                <a:cubicBezTo>
                  <a:pt x="533400" y="384810"/>
                  <a:pt x="481965" y="333375"/>
                  <a:pt x="419100" y="333375"/>
                </a:cubicBezTo>
                <a:close/>
                <a:moveTo>
                  <a:pt x="342900" y="466725"/>
                </a:moveTo>
                <a:lnTo>
                  <a:pt x="457200" y="466725"/>
                </a:lnTo>
                <a:lnTo>
                  <a:pt x="457200" y="447675"/>
                </a:lnTo>
                <a:lnTo>
                  <a:pt x="342900" y="447675"/>
                </a:lnTo>
                <a:lnTo>
                  <a:pt x="342900" y="46672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defRPr/>
            </a:pPr>
            <a:endParaRPr lang="zh-CN" altLang="en-US">
              <a:ea typeface="Microsoft YaHei" charset="-122"/>
            </a:endParaRPr>
          </a:p>
        </p:txBody>
      </p:sp>
      <p:sp>
        <p:nvSpPr>
          <p:cNvPr id="13" name="内容占位符 10"/>
          <p:cNvSpPr>
            <a:spLocks noGrp="1"/>
          </p:cNvSpPr>
          <p:nvPr>
            <p:ph sz="quarter" idx="22" hasCustomPrompt="1"/>
          </p:nvPr>
        </p:nvSpPr>
        <p:spPr>
          <a:xfrm>
            <a:off x="1946428" y="5504053"/>
            <a:ext cx="3995274" cy="390293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14" name="内容占位符 10"/>
          <p:cNvSpPr>
            <a:spLocks noGrp="1"/>
          </p:cNvSpPr>
          <p:nvPr>
            <p:ph sz="quarter" idx="23" hasCustomPrompt="1"/>
          </p:nvPr>
        </p:nvSpPr>
        <p:spPr>
          <a:xfrm>
            <a:off x="6098607" y="5508672"/>
            <a:ext cx="4146966" cy="390293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15" name="内容占位符 10"/>
          <p:cNvSpPr>
            <a:spLocks noGrp="1"/>
          </p:cNvSpPr>
          <p:nvPr>
            <p:ph sz="quarter" idx="30" hasCustomPrompt="1"/>
          </p:nvPr>
        </p:nvSpPr>
        <p:spPr>
          <a:xfrm>
            <a:off x="1946427" y="1251305"/>
            <a:ext cx="8239397" cy="656204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accent1"/>
                </a:solidFill>
              </a:defRPr>
            </a:lvl1pPr>
            <a:lvl2pPr algn="ctr">
              <a:defRPr sz="1800"/>
            </a:lvl2pPr>
            <a:lvl3pPr algn="ctr">
              <a:defRPr sz="1600"/>
            </a:lvl3pPr>
            <a:lvl4pPr algn="ctr">
              <a:defRPr sz="1400"/>
            </a:lvl4pPr>
            <a:lvl5pPr algn="ctr">
              <a:defRPr sz="11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6" name="图片占位符 2"/>
          <p:cNvSpPr>
            <a:spLocks noGrp="1"/>
          </p:cNvSpPr>
          <p:nvPr>
            <p:ph type="pic" sz="quarter" idx="26"/>
          </p:nvPr>
        </p:nvSpPr>
        <p:spPr>
          <a:xfrm>
            <a:off x="1956600" y="2023594"/>
            <a:ext cx="3959642" cy="3368993"/>
          </a:xfrm>
        </p:spPr>
        <p:txBody>
          <a:bodyPr/>
          <a:lstStyle/>
          <a:p>
            <a:pPr lvl="0"/>
            <a:r>
              <a:rPr lang="zh-CN" altLang="en-US" noProof="0"/>
              <a:t>单击图标添加图片</a:t>
            </a:r>
            <a:endParaRPr lang="en-US" noProof="0"/>
          </a:p>
        </p:txBody>
      </p:sp>
      <p:sp>
        <p:nvSpPr>
          <p:cNvPr id="17" name="图片占位符 2"/>
          <p:cNvSpPr>
            <a:spLocks noGrp="1"/>
          </p:cNvSpPr>
          <p:nvPr>
            <p:ph type="pic" sz="quarter" idx="27"/>
          </p:nvPr>
        </p:nvSpPr>
        <p:spPr>
          <a:xfrm>
            <a:off x="6098606" y="2023594"/>
            <a:ext cx="4087218" cy="3368993"/>
          </a:xfrm>
        </p:spPr>
        <p:txBody>
          <a:bodyPr/>
          <a:lstStyle/>
          <a:p>
            <a:pPr lvl="0"/>
            <a:r>
              <a:rPr lang="zh-CN" altLang="en-US" noProof="0"/>
              <a:t>单击图标添加图片</a:t>
            </a:r>
            <a:endParaRPr lang="en-US" noProof="0"/>
          </a:p>
        </p:txBody>
      </p:sp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并列-2图2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 4"/>
          <p:cNvSpPr/>
          <p:nvPr/>
        </p:nvSpPr>
        <p:spPr>
          <a:xfrm>
            <a:off x="296742" y="4529262"/>
            <a:ext cx="311191" cy="255068"/>
          </a:xfrm>
          <a:custGeom>
            <a:avLst/>
            <a:gdLst>
              <a:gd name="connsiteX0" fmla="*/ 368431 w 488073"/>
              <a:gd name="connsiteY0" fmla="*/ 621 h 533400"/>
              <a:gd name="connsiteX1" fmla="*/ 368431 w 488073"/>
              <a:gd name="connsiteY1" fmla="*/ 19671 h 533400"/>
              <a:gd name="connsiteX2" fmla="*/ 339856 w 488073"/>
              <a:gd name="connsiteY2" fmla="*/ 19671 h 533400"/>
              <a:gd name="connsiteX3" fmla="*/ 339856 w 488073"/>
              <a:gd name="connsiteY3" fmla="*/ 135876 h 533400"/>
              <a:gd name="connsiteX4" fmla="*/ 341761 w 488073"/>
              <a:gd name="connsiteY4" fmla="*/ 145401 h 533400"/>
              <a:gd name="connsiteX5" fmla="*/ 342713 w 488073"/>
              <a:gd name="connsiteY5" fmla="*/ 147306 h 533400"/>
              <a:gd name="connsiteX6" fmla="*/ 483683 w 488073"/>
              <a:gd name="connsiteY6" fmla="*/ 464489 h 533400"/>
              <a:gd name="connsiteX7" fmla="*/ 484636 w 488073"/>
              <a:gd name="connsiteY7" fmla="*/ 509256 h 533400"/>
              <a:gd name="connsiteX8" fmla="*/ 448441 w 488073"/>
              <a:gd name="connsiteY8" fmla="*/ 534021 h 533400"/>
              <a:gd name="connsiteX9" fmla="*/ 448441 w 488073"/>
              <a:gd name="connsiteY9" fmla="*/ 534021 h 533400"/>
              <a:gd name="connsiteX10" fmla="*/ 40771 w 488073"/>
              <a:gd name="connsiteY10" fmla="*/ 534021 h 533400"/>
              <a:gd name="connsiteX11" fmla="*/ 4576 w 488073"/>
              <a:gd name="connsiteY11" fmla="*/ 509256 h 533400"/>
              <a:gd name="connsiteX12" fmla="*/ 5528 w 488073"/>
              <a:gd name="connsiteY12" fmla="*/ 464489 h 533400"/>
              <a:gd name="connsiteX13" fmla="*/ 5528 w 488073"/>
              <a:gd name="connsiteY13" fmla="*/ 464489 h 533400"/>
              <a:gd name="connsiteX14" fmla="*/ 146498 w 488073"/>
              <a:gd name="connsiteY14" fmla="*/ 147306 h 533400"/>
              <a:gd name="connsiteX15" fmla="*/ 149356 w 488073"/>
              <a:gd name="connsiteY15" fmla="*/ 135876 h 533400"/>
              <a:gd name="connsiteX16" fmla="*/ 149356 w 488073"/>
              <a:gd name="connsiteY16" fmla="*/ 135876 h 533400"/>
              <a:gd name="connsiteX17" fmla="*/ 149356 w 488073"/>
              <a:gd name="connsiteY17" fmla="*/ 19671 h 533400"/>
              <a:gd name="connsiteX18" fmla="*/ 120781 w 488073"/>
              <a:gd name="connsiteY18" fmla="*/ 19671 h 533400"/>
              <a:gd name="connsiteX19" fmla="*/ 120781 w 488073"/>
              <a:gd name="connsiteY19" fmla="*/ 621 h 533400"/>
              <a:gd name="connsiteX20" fmla="*/ 368431 w 488073"/>
              <a:gd name="connsiteY20" fmla="*/ 621 h 533400"/>
              <a:gd name="connsiteX21" fmla="*/ 253178 w 488073"/>
              <a:gd name="connsiteY21" fmla="*/ 415911 h 533400"/>
              <a:gd name="connsiteX22" fmla="*/ 250321 w 488073"/>
              <a:gd name="connsiteY22" fmla="*/ 417816 h 533400"/>
              <a:gd name="connsiteX23" fmla="*/ 51248 w 488073"/>
              <a:gd name="connsiteY23" fmla="*/ 409244 h 533400"/>
              <a:gd name="connsiteX24" fmla="*/ 23626 w 488073"/>
              <a:gd name="connsiteY24" fmla="*/ 471156 h 533400"/>
              <a:gd name="connsiteX25" fmla="*/ 22673 w 488073"/>
              <a:gd name="connsiteY25" fmla="*/ 501636 h 533400"/>
              <a:gd name="connsiteX26" fmla="*/ 40771 w 488073"/>
              <a:gd name="connsiteY26" fmla="*/ 514971 h 533400"/>
              <a:gd name="connsiteX27" fmla="*/ 40771 w 488073"/>
              <a:gd name="connsiteY27" fmla="*/ 514971 h 533400"/>
              <a:gd name="connsiteX28" fmla="*/ 447488 w 488073"/>
              <a:gd name="connsiteY28" fmla="*/ 514971 h 533400"/>
              <a:gd name="connsiteX29" fmla="*/ 465586 w 488073"/>
              <a:gd name="connsiteY29" fmla="*/ 502589 h 533400"/>
              <a:gd name="connsiteX30" fmla="*/ 464633 w 488073"/>
              <a:gd name="connsiteY30" fmla="*/ 472109 h 533400"/>
              <a:gd name="connsiteX31" fmla="*/ 464633 w 488073"/>
              <a:gd name="connsiteY31" fmla="*/ 472109 h 533400"/>
              <a:gd name="connsiteX32" fmla="*/ 436058 w 488073"/>
              <a:gd name="connsiteY32" fmla="*/ 408291 h 533400"/>
              <a:gd name="connsiteX33" fmla="*/ 435106 w 488073"/>
              <a:gd name="connsiteY33" fmla="*/ 408291 h 533400"/>
              <a:gd name="connsiteX34" fmla="*/ 253178 w 488073"/>
              <a:gd name="connsiteY34" fmla="*/ 415911 h 533400"/>
              <a:gd name="connsiteX35" fmla="*/ 320806 w 488073"/>
              <a:gd name="connsiteY35" fmla="*/ 19671 h 533400"/>
              <a:gd name="connsiteX36" fmla="*/ 168406 w 488073"/>
              <a:gd name="connsiteY36" fmla="*/ 19671 h 533400"/>
              <a:gd name="connsiteX37" fmla="*/ 168406 w 488073"/>
              <a:gd name="connsiteY37" fmla="*/ 135876 h 533400"/>
              <a:gd name="connsiteX38" fmla="*/ 165548 w 488073"/>
              <a:gd name="connsiteY38" fmla="*/ 153021 h 533400"/>
              <a:gd name="connsiteX39" fmla="*/ 165548 w 488073"/>
              <a:gd name="connsiteY39" fmla="*/ 153021 h 533400"/>
              <a:gd name="connsiteX40" fmla="*/ 164596 w 488073"/>
              <a:gd name="connsiteY40" fmla="*/ 155878 h 533400"/>
              <a:gd name="connsiteX41" fmla="*/ 58868 w 488073"/>
              <a:gd name="connsiteY41" fmla="*/ 392098 h 533400"/>
              <a:gd name="connsiteX42" fmla="*/ 236033 w 488073"/>
              <a:gd name="connsiteY42" fmla="*/ 404481 h 533400"/>
              <a:gd name="connsiteX43" fmla="*/ 238891 w 488073"/>
              <a:gd name="connsiteY43" fmla="*/ 402576 h 533400"/>
              <a:gd name="connsiteX44" fmla="*/ 425581 w 488073"/>
              <a:gd name="connsiteY44" fmla="*/ 382573 h 533400"/>
              <a:gd name="connsiteX45" fmla="*/ 324616 w 488073"/>
              <a:gd name="connsiteY45" fmla="*/ 154926 h 533400"/>
              <a:gd name="connsiteX46" fmla="*/ 320806 w 488073"/>
              <a:gd name="connsiteY46" fmla="*/ 135876 h 533400"/>
              <a:gd name="connsiteX47" fmla="*/ 320806 w 488073"/>
              <a:gd name="connsiteY47" fmla="*/ 135876 h 533400"/>
              <a:gd name="connsiteX48" fmla="*/ 320806 w 488073"/>
              <a:gd name="connsiteY48" fmla="*/ 19671 h 533400"/>
              <a:gd name="connsiteX49" fmla="*/ 306518 w 488073"/>
              <a:gd name="connsiteY49" fmla="*/ 248271 h 533400"/>
              <a:gd name="connsiteX50" fmla="*/ 349381 w 488073"/>
              <a:gd name="connsiteY50" fmla="*/ 291134 h 533400"/>
              <a:gd name="connsiteX51" fmla="*/ 306518 w 488073"/>
              <a:gd name="connsiteY51" fmla="*/ 333996 h 533400"/>
              <a:gd name="connsiteX52" fmla="*/ 263656 w 488073"/>
              <a:gd name="connsiteY52" fmla="*/ 291134 h 533400"/>
              <a:gd name="connsiteX53" fmla="*/ 306518 w 488073"/>
              <a:gd name="connsiteY53" fmla="*/ 248271 h 533400"/>
              <a:gd name="connsiteX54" fmla="*/ 306518 w 488073"/>
              <a:gd name="connsiteY54" fmla="*/ 267321 h 533400"/>
              <a:gd name="connsiteX55" fmla="*/ 282706 w 488073"/>
              <a:gd name="connsiteY55" fmla="*/ 291134 h 533400"/>
              <a:gd name="connsiteX56" fmla="*/ 306518 w 488073"/>
              <a:gd name="connsiteY56" fmla="*/ 314946 h 533400"/>
              <a:gd name="connsiteX57" fmla="*/ 330331 w 488073"/>
              <a:gd name="connsiteY57" fmla="*/ 291134 h 533400"/>
              <a:gd name="connsiteX58" fmla="*/ 306518 w 488073"/>
              <a:gd name="connsiteY58" fmla="*/ 267321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488073" h="533400">
                <a:moveTo>
                  <a:pt x="368431" y="621"/>
                </a:moveTo>
                <a:lnTo>
                  <a:pt x="368431" y="19671"/>
                </a:lnTo>
                <a:lnTo>
                  <a:pt x="339856" y="19671"/>
                </a:lnTo>
                <a:lnTo>
                  <a:pt x="339856" y="135876"/>
                </a:lnTo>
                <a:cubicBezTo>
                  <a:pt x="339856" y="138734"/>
                  <a:pt x="340808" y="142544"/>
                  <a:pt x="341761" y="145401"/>
                </a:cubicBezTo>
                <a:lnTo>
                  <a:pt x="342713" y="147306"/>
                </a:lnTo>
                <a:lnTo>
                  <a:pt x="483683" y="464489"/>
                </a:lnTo>
                <a:cubicBezTo>
                  <a:pt x="490351" y="478776"/>
                  <a:pt x="490351" y="494969"/>
                  <a:pt x="484636" y="509256"/>
                </a:cubicBezTo>
                <a:cubicBezTo>
                  <a:pt x="478921" y="524496"/>
                  <a:pt x="464633" y="534021"/>
                  <a:pt x="448441" y="534021"/>
                </a:cubicBezTo>
                <a:lnTo>
                  <a:pt x="448441" y="534021"/>
                </a:lnTo>
                <a:lnTo>
                  <a:pt x="40771" y="534021"/>
                </a:lnTo>
                <a:cubicBezTo>
                  <a:pt x="24578" y="534021"/>
                  <a:pt x="10291" y="524496"/>
                  <a:pt x="4576" y="509256"/>
                </a:cubicBezTo>
                <a:cubicBezTo>
                  <a:pt x="-1139" y="494969"/>
                  <a:pt x="-187" y="478776"/>
                  <a:pt x="5528" y="464489"/>
                </a:cubicBezTo>
                <a:lnTo>
                  <a:pt x="5528" y="464489"/>
                </a:lnTo>
                <a:lnTo>
                  <a:pt x="146498" y="147306"/>
                </a:lnTo>
                <a:cubicBezTo>
                  <a:pt x="148403" y="143496"/>
                  <a:pt x="149356" y="139686"/>
                  <a:pt x="149356" y="135876"/>
                </a:cubicBezTo>
                <a:lnTo>
                  <a:pt x="149356" y="135876"/>
                </a:lnTo>
                <a:lnTo>
                  <a:pt x="149356" y="19671"/>
                </a:lnTo>
                <a:lnTo>
                  <a:pt x="120781" y="19671"/>
                </a:lnTo>
                <a:lnTo>
                  <a:pt x="120781" y="621"/>
                </a:lnTo>
                <a:lnTo>
                  <a:pt x="368431" y="621"/>
                </a:lnTo>
                <a:close/>
                <a:moveTo>
                  <a:pt x="253178" y="415911"/>
                </a:moveTo>
                <a:lnTo>
                  <a:pt x="250321" y="417816"/>
                </a:lnTo>
                <a:cubicBezTo>
                  <a:pt x="195076" y="456869"/>
                  <a:pt x="119828" y="453059"/>
                  <a:pt x="51248" y="409244"/>
                </a:cubicBezTo>
                <a:lnTo>
                  <a:pt x="23626" y="471156"/>
                </a:lnTo>
                <a:cubicBezTo>
                  <a:pt x="19816" y="480681"/>
                  <a:pt x="18863" y="491159"/>
                  <a:pt x="22673" y="501636"/>
                </a:cubicBezTo>
                <a:cubicBezTo>
                  <a:pt x="25531" y="510209"/>
                  <a:pt x="33151" y="514971"/>
                  <a:pt x="40771" y="514971"/>
                </a:cubicBezTo>
                <a:lnTo>
                  <a:pt x="40771" y="514971"/>
                </a:lnTo>
                <a:lnTo>
                  <a:pt x="447488" y="514971"/>
                </a:lnTo>
                <a:cubicBezTo>
                  <a:pt x="456061" y="514971"/>
                  <a:pt x="462728" y="510209"/>
                  <a:pt x="465586" y="502589"/>
                </a:cubicBezTo>
                <a:cubicBezTo>
                  <a:pt x="469396" y="493064"/>
                  <a:pt x="469396" y="481634"/>
                  <a:pt x="464633" y="472109"/>
                </a:cubicBezTo>
                <a:lnTo>
                  <a:pt x="464633" y="472109"/>
                </a:lnTo>
                <a:lnTo>
                  <a:pt x="436058" y="408291"/>
                </a:lnTo>
                <a:lnTo>
                  <a:pt x="435106" y="408291"/>
                </a:lnTo>
                <a:cubicBezTo>
                  <a:pt x="375098" y="378764"/>
                  <a:pt x="302708" y="382573"/>
                  <a:pt x="253178" y="415911"/>
                </a:cubicBezTo>
                <a:close/>
                <a:moveTo>
                  <a:pt x="320806" y="19671"/>
                </a:moveTo>
                <a:lnTo>
                  <a:pt x="168406" y="19671"/>
                </a:lnTo>
                <a:lnTo>
                  <a:pt x="168406" y="135876"/>
                </a:lnTo>
                <a:cubicBezTo>
                  <a:pt x="168406" y="141591"/>
                  <a:pt x="167453" y="147306"/>
                  <a:pt x="165548" y="153021"/>
                </a:cubicBezTo>
                <a:lnTo>
                  <a:pt x="165548" y="153021"/>
                </a:lnTo>
                <a:lnTo>
                  <a:pt x="164596" y="155878"/>
                </a:lnTo>
                <a:lnTo>
                  <a:pt x="58868" y="392098"/>
                </a:lnTo>
                <a:cubicBezTo>
                  <a:pt x="120781" y="432103"/>
                  <a:pt x="187456" y="436866"/>
                  <a:pt x="236033" y="404481"/>
                </a:cubicBezTo>
                <a:lnTo>
                  <a:pt x="238891" y="402576"/>
                </a:lnTo>
                <a:cubicBezTo>
                  <a:pt x="290326" y="366381"/>
                  <a:pt x="361763" y="359714"/>
                  <a:pt x="425581" y="382573"/>
                </a:cubicBezTo>
                <a:lnTo>
                  <a:pt x="324616" y="154926"/>
                </a:lnTo>
                <a:cubicBezTo>
                  <a:pt x="321758" y="149211"/>
                  <a:pt x="320806" y="142544"/>
                  <a:pt x="320806" y="135876"/>
                </a:cubicBezTo>
                <a:lnTo>
                  <a:pt x="320806" y="135876"/>
                </a:lnTo>
                <a:lnTo>
                  <a:pt x="320806" y="19671"/>
                </a:lnTo>
                <a:close/>
                <a:moveTo>
                  <a:pt x="306518" y="248271"/>
                </a:moveTo>
                <a:cubicBezTo>
                  <a:pt x="330331" y="248271"/>
                  <a:pt x="349381" y="267321"/>
                  <a:pt x="349381" y="291134"/>
                </a:cubicBezTo>
                <a:cubicBezTo>
                  <a:pt x="349381" y="314946"/>
                  <a:pt x="330331" y="333996"/>
                  <a:pt x="306518" y="333996"/>
                </a:cubicBezTo>
                <a:cubicBezTo>
                  <a:pt x="282706" y="333996"/>
                  <a:pt x="263656" y="314946"/>
                  <a:pt x="263656" y="291134"/>
                </a:cubicBezTo>
                <a:cubicBezTo>
                  <a:pt x="263656" y="267321"/>
                  <a:pt x="282706" y="248271"/>
                  <a:pt x="306518" y="248271"/>
                </a:cubicBezTo>
                <a:close/>
                <a:moveTo>
                  <a:pt x="306518" y="267321"/>
                </a:moveTo>
                <a:cubicBezTo>
                  <a:pt x="293183" y="267321"/>
                  <a:pt x="282706" y="277798"/>
                  <a:pt x="282706" y="291134"/>
                </a:cubicBezTo>
                <a:cubicBezTo>
                  <a:pt x="282706" y="304469"/>
                  <a:pt x="293183" y="314946"/>
                  <a:pt x="306518" y="314946"/>
                </a:cubicBezTo>
                <a:cubicBezTo>
                  <a:pt x="319853" y="314946"/>
                  <a:pt x="330331" y="304469"/>
                  <a:pt x="330331" y="291134"/>
                </a:cubicBezTo>
                <a:cubicBezTo>
                  <a:pt x="330331" y="277798"/>
                  <a:pt x="319853" y="267321"/>
                  <a:pt x="306518" y="26732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 sz="1800"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7" name="任意多边形 15"/>
          <p:cNvSpPr/>
          <p:nvPr/>
        </p:nvSpPr>
        <p:spPr>
          <a:xfrm>
            <a:off x="6413335" y="4532978"/>
            <a:ext cx="331621" cy="248716"/>
          </a:xfrm>
          <a:custGeom>
            <a:avLst/>
            <a:gdLst>
              <a:gd name="connsiteX0" fmla="*/ 266700 w 533400"/>
              <a:gd name="connsiteY0" fmla="*/ 285750 h 533400"/>
              <a:gd name="connsiteX1" fmla="*/ 409575 w 533400"/>
              <a:gd name="connsiteY1" fmla="*/ 142875 h 533400"/>
              <a:gd name="connsiteX2" fmla="*/ 266700 w 533400"/>
              <a:gd name="connsiteY2" fmla="*/ 0 h 533400"/>
              <a:gd name="connsiteX3" fmla="*/ 123825 w 533400"/>
              <a:gd name="connsiteY3" fmla="*/ 142875 h 533400"/>
              <a:gd name="connsiteX4" fmla="*/ 266700 w 533400"/>
              <a:gd name="connsiteY4" fmla="*/ 285750 h 533400"/>
              <a:gd name="connsiteX5" fmla="*/ 266700 w 533400"/>
              <a:gd name="connsiteY5" fmla="*/ 19050 h 533400"/>
              <a:gd name="connsiteX6" fmla="*/ 390525 w 533400"/>
              <a:gd name="connsiteY6" fmla="*/ 142875 h 533400"/>
              <a:gd name="connsiteX7" fmla="*/ 266700 w 533400"/>
              <a:gd name="connsiteY7" fmla="*/ 266700 h 533400"/>
              <a:gd name="connsiteX8" fmla="*/ 142875 w 533400"/>
              <a:gd name="connsiteY8" fmla="*/ 142875 h 533400"/>
              <a:gd name="connsiteX9" fmla="*/ 266700 w 533400"/>
              <a:gd name="connsiteY9" fmla="*/ 19050 h 533400"/>
              <a:gd name="connsiteX10" fmla="*/ 419100 w 533400"/>
              <a:gd name="connsiteY10" fmla="*/ 333375 h 533400"/>
              <a:gd name="connsiteX11" fmla="*/ 114300 w 533400"/>
              <a:gd name="connsiteY11" fmla="*/ 333375 h 533400"/>
              <a:gd name="connsiteX12" fmla="*/ 0 w 533400"/>
              <a:gd name="connsiteY12" fmla="*/ 447675 h 533400"/>
              <a:gd name="connsiteX13" fmla="*/ 0 w 533400"/>
              <a:gd name="connsiteY13" fmla="*/ 533400 h 533400"/>
              <a:gd name="connsiteX14" fmla="*/ 19050 w 533400"/>
              <a:gd name="connsiteY14" fmla="*/ 533400 h 533400"/>
              <a:gd name="connsiteX15" fmla="*/ 19050 w 533400"/>
              <a:gd name="connsiteY15" fmla="*/ 447675 h 533400"/>
              <a:gd name="connsiteX16" fmla="*/ 114300 w 533400"/>
              <a:gd name="connsiteY16" fmla="*/ 352425 h 533400"/>
              <a:gd name="connsiteX17" fmla="*/ 419100 w 533400"/>
              <a:gd name="connsiteY17" fmla="*/ 352425 h 533400"/>
              <a:gd name="connsiteX18" fmla="*/ 514350 w 533400"/>
              <a:gd name="connsiteY18" fmla="*/ 447675 h 533400"/>
              <a:gd name="connsiteX19" fmla="*/ 514350 w 533400"/>
              <a:gd name="connsiteY19" fmla="*/ 533400 h 533400"/>
              <a:gd name="connsiteX20" fmla="*/ 533400 w 533400"/>
              <a:gd name="connsiteY20" fmla="*/ 533400 h 533400"/>
              <a:gd name="connsiteX21" fmla="*/ 533400 w 533400"/>
              <a:gd name="connsiteY21" fmla="*/ 447675 h 533400"/>
              <a:gd name="connsiteX22" fmla="*/ 419100 w 533400"/>
              <a:gd name="connsiteY22" fmla="*/ 333375 h 533400"/>
              <a:gd name="connsiteX23" fmla="*/ 342900 w 533400"/>
              <a:gd name="connsiteY23" fmla="*/ 466725 h 533400"/>
              <a:gd name="connsiteX24" fmla="*/ 457200 w 533400"/>
              <a:gd name="connsiteY24" fmla="*/ 466725 h 533400"/>
              <a:gd name="connsiteX25" fmla="*/ 457200 w 533400"/>
              <a:gd name="connsiteY25" fmla="*/ 447675 h 533400"/>
              <a:gd name="connsiteX26" fmla="*/ 342900 w 533400"/>
              <a:gd name="connsiteY26" fmla="*/ 447675 h 533400"/>
              <a:gd name="connsiteX27" fmla="*/ 342900 w 533400"/>
              <a:gd name="connsiteY27" fmla="*/ 466725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33400" h="533400">
                <a:moveTo>
                  <a:pt x="266700" y="285750"/>
                </a:moveTo>
                <a:cubicBezTo>
                  <a:pt x="345758" y="285750"/>
                  <a:pt x="409575" y="221933"/>
                  <a:pt x="409575" y="142875"/>
                </a:cubicBezTo>
                <a:cubicBezTo>
                  <a:pt x="409575" y="63818"/>
                  <a:pt x="345758" y="0"/>
                  <a:pt x="266700" y="0"/>
                </a:cubicBezTo>
                <a:cubicBezTo>
                  <a:pt x="187643" y="0"/>
                  <a:pt x="123825" y="63818"/>
                  <a:pt x="123825" y="142875"/>
                </a:cubicBezTo>
                <a:cubicBezTo>
                  <a:pt x="123825" y="221933"/>
                  <a:pt x="187643" y="285750"/>
                  <a:pt x="266700" y="285750"/>
                </a:cubicBezTo>
                <a:close/>
                <a:moveTo>
                  <a:pt x="266700" y="19050"/>
                </a:moveTo>
                <a:cubicBezTo>
                  <a:pt x="335280" y="19050"/>
                  <a:pt x="390525" y="74295"/>
                  <a:pt x="390525" y="142875"/>
                </a:cubicBezTo>
                <a:cubicBezTo>
                  <a:pt x="390525" y="211455"/>
                  <a:pt x="335280" y="266700"/>
                  <a:pt x="266700" y="266700"/>
                </a:cubicBezTo>
                <a:cubicBezTo>
                  <a:pt x="198120" y="266700"/>
                  <a:pt x="142875" y="211455"/>
                  <a:pt x="142875" y="142875"/>
                </a:cubicBezTo>
                <a:cubicBezTo>
                  <a:pt x="142875" y="74295"/>
                  <a:pt x="198120" y="19050"/>
                  <a:pt x="266700" y="19050"/>
                </a:cubicBezTo>
                <a:close/>
                <a:moveTo>
                  <a:pt x="419100" y="333375"/>
                </a:moveTo>
                <a:lnTo>
                  <a:pt x="114300" y="333375"/>
                </a:lnTo>
                <a:cubicBezTo>
                  <a:pt x="51435" y="333375"/>
                  <a:pt x="0" y="384810"/>
                  <a:pt x="0" y="447675"/>
                </a:cubicBezTo>
                <a:lnTo>
                  <a:pt x="0" y="533400"/>
                </a:lnTo>
                <a:lnTo>
                  <a:pt x="19050" y="533400"/>
                </a:lnTo>
                <a:lnTo>
                  <a:pt x="19050" y="447675"/>
                </a:lnTo>
                <a:cubicBezTo>
                  <a:pt x="19050" y="395288"/>
                  <a:pt x="61913" y="352425"/>
                  <a:pt x="114300" y="352425"/>
                </a:cubicBezTo>
                <a:lnTo>
                  <a:pt x="419100" y="352425"/>
                </a:lnTo>
                <a:cubicBezTo>
                  <a:pt x="471488" y="352425"/>
                  <a:pt x="514350" y="395288"/>
                  <a:pt x="514350" y="447675"/>
                </a:cubicBezTo>
                <a:lnTo>
                  <a:pt x="514350" y="533400"/>
                </a:lnTo>
                <a:lnTo>
                  <a:pt x="533400" y="533400"/>
                </a:lnTo>
                <a:lnTo>
                  <a:pt x="533400" y="447675"/>
                </a:lnTo>
                <a:cubicBezTo>
                  <a:pt x="533400" y="384810"/>
                  <a:pt x="481965" y="333375"/>
                  <a:pt x="419100" y="333375"/>
                </a:cubicBezTo>
                <a:close/>
                <a:moveTo>
                  <a:pt x="342900" y="466725"/>
                </a:moveTo>
                <a:lnTo>
                  <a:pt x="457200" y="466725"/>
                </a:lnTo>
                <a:lnTo>
                  <a:pt x="457200" y="447675"/>
                </a:lnTo>
                <a:lnTo>
                  <a:pt x="342900" y="447675"/>
                </a:lnTo>
                <a:lnTo>
                  <a:pt x="342900" y="46672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 sz="1800"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15" name="灯片编号占位符 4"/>
          <p:cNvSpPr>
            <a:spLocks noGrp="1"/>
          </p:cNvSpPr>
          <p:nvPr>
            <p:ph type="sldNum" sz="quarter" idx="4"/>
          </p:nvPr>
        </p:nvSpPr>
        <p:spPr>
          <a:xfrm flipH="1">
            <a:off x="11205115" y="6489701"/>
            <a:ext cx="500524" cy="376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AED39-47C5-4F21-B93C-39BDEADD8457}" type="slidenum">
              <a:rPr lang="en-US" altLang="zh-CN" smtClean="0"/>
              <a:t>‹#›</a:t>
            </a:fld>
            <a:endParaRPr lang="zh-CN" alt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19" hasCustomPrompt="1"/>
          </p:nvPr>
        </p:nvSpPr>
        <p:spPr>
          <a:xfrm>
            <a:off x="559973" y="1443131"/>
            <a:ext cx="5327032" cy="3523316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8" name="内容占位符 10"/>
          <p:cNvSpPr>
            <a:spLocks noGrp="1"/>
          </p:cNvSpPr>
          <p:nvPr>
            <p:ph sz="quarter" idx="20" hasCustomPrompt="1"/>
          </p:nvPr>
        </p:nvSpPr>
        <p:spPr>
          <a:xfrm>
            <a:off x="6298469" y="1443130"/>
            <a:ext cx="5327032" cy="3523316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4" name="内容占位符 10"/>
          <p:cNvSpPr>
            <a:spLocks noGrp="1"/>
          </p:cNvSpPr>
          <p:nvPr>
            <p:ph sz="quarter" idx="22" hasCustomPrompt="1"/>
          </p:nvPr>
        </p:nvSpPr>
        <p:spPr>
          <a:xfrm>
            <a:off x="559975" y="5149456"/>
            <a:ext cx="5327032" cy="390293"/>
          </a:xfrm>
        </p:spPr>
        <p:txBody>
          <a:bodyPr/>
          <a:lstStyle/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6" name="内容占位符 10"/>
          <p:cNvSpPr>
            <a:spLocks noGrp="1"/>
          </p:cNvSpPr>
          <p:nvPr>
            <p:ph sz="quarter" idx="23" hasCustomPrompt="1"/>
          </p:nvPr>
        </p:nvSpPr>
        <p:spPr>
          <a:xfrm>
            <a:off x="6298469" y="5154075"/>
            <a:ext cx="5327032" cy="390293"/>
          </a:xfrm>
        </p:spPr>
        <p:txBody>
          <a:bodyPr/>
          <a:lstStyle/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0" name="标题占位符 1"/>
          <p:cNvSpPr>
            <a:spLocks noGrp="1"/>
          </p:cNvSpPr>
          <p:nvPr>
            <p:ph type="title"/>
          </p:nvPr>
        </p:nvSpPr>
        <p:spPr>
          <a:xfrm>
            <a:off x="474662" y="352165"/>
            <a:ext cx="9193769" cy="381431"/>
          </a:xfrm>
          <a:prstGeom prst="rect">
            <a:avLst/>
          </a:prstGeom>
        </p:spPr>
        <p:txBody>
          <a:bodyPr/>
          <a:lstStyle/>
          <a:p>
            <a:pPr marL="0" lvl="0">
              <a:lnSpc>
                <a:spcPct val="100000"/>
              </a:lnSpc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并列-2图2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4"/>
          <p:cNvSpPr>
            <a:spLocks noGrp="1"/>
          </p:cNvSpPr>
          <p:nvPr>
            <p:ph type="sldNum" sz="quarter" idx="4"/>
          </p:nvPr>
        </p:nvSpPr>
        <p:spPr>
          <a:xfrm flipH="1">
            <a:off x="11205115" y="6489701"/>
            <a:ext cx="500524" cy="376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AED39-47C5-4F21-B93C-39BDEADD8457}" type="slidenum">
              <a:rPr lang="en-US" altLang="zh-CN" smtClean="0"/>
              <a:t>‹#›</a:t>
            </a:fld>
            <a:endParaRPr lang="zh-CN" altLang="en-US"/>
          </a:p>
        </p:txBody>
      </p:sp>
      <p:sp>
        <p:nvSpPr>
          <p:cNvPr id="10" name="标题占位符 1"/>
          <p:cNvSpPr>
            <a:spLocks noGrp="1"/>
          </p:cNvSpPr>
          <p:nvPr>
            <p:ph type="title"/>
          </p:nvPr>
        </p:nvSpPr>
        <p:spPr>
          <a:xfrm>
            <a:off x="474662" y="352165"/>
            <a:ext cx="9193769" cy="381431"/>
          </a:xfrm>
          <a:prstGeom prst="rect">
            <a:avLst/>
          </a:prstGeom>
        </p:spPr>
        <p:txBody>
          <a:bodyPr/>
          <a:lstStyle/>
          <a:p>
            <a:pPr marL="0" lvl="0">
              <a:lnSpc>
                <a:spcPct val="100000"/>
              </a:lnSpc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12" name="组合 11"/>
          <p:cNvGrpSpPr/>
          <p:nvPr/>
        </p:nvGrpSpPr>
        <p:grpSpPr>
          <a:xfrm>
            <a:off x="2263370" y="1218823"/>
            <a:ext cx="3477167" cy="4524827"/>
            <a:chOff x="4500779" y="1987291"/>
            <a:chExt cx="4226159" cy="3987050"/>
          </a:xfrm>
          <a:solidFill>
            <a:schemeClr val="bg2"/>
          </a:solidFill>
        </p:grpSpPr>
        <p:sp>
          <p:nvSpPr>
            <p:cNvPr id="13" name="矩形 12"/>
            <p:cNvSpPr/>
            <p:nvPr/>
          </p:nvSpPr>
          <p:spPr>
            <a:xfrm rot="10800000">
              <a:off x="4500779" y="2168895"/>
              <a:ext cx="4226159" cy="3805444"/>
            </a:xfrm>
            <a:prstGeom prst="rect">
              <a:avLst/>
            </a:prstGeom>
            <a:grpFill/>
            <a:ln w="5715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defTabSz="913765">
                <a:defRPr/>
              </a:pPr>
              <a:endParaRPr lang="zh-CN" altLang="en-US" sz="3200" b="1" dirty="0">
                <a:solidFill>
                  <a:schemeClr val="tx1"/>
                </a:solidFill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4553668" y="1987291"/>
              <a:ext cx="2383930" cy="1202480"/>
            </a:xfrm>
            <a:prstGeom prst="rect">
              <a:avLst/>
            </a:prstGeom>
            <a:noFill/>
          </p:spPr>
          <p:txBody>
            <a:bodyPr lIns="90000" tIns="46800" rIns="90000" bIns="46800" anchor="b">
              <a:spAutoFit/>
            </a:bodyPr>
            <a:lstStyle/>
            <a:p>
              <a:pPr>
                <a:defRPr/>
              </a:pPr>
              <a:r>
                <a:rPr lang="en-US" altLang="zh-CN" sz="7200" dirty="0">
                  <a:solidFill>
                    <a:schemeClr val="tx1">
                      <a:alpha val="10000"/>
                    </a:schemeClr>
                  </a:solidFill>
                  <a:latin typeface="+mj-lt"/>
                </a:rPr>
                <a:t>01</a:t>
              </a:r>
              <a:endParaRPr lang="zh-CN" altLang="en-US" sz="7200" dirty="0">
                <a:solidFill>
                  <a:schemeClr val="tx1">
                    <a:alpha val="10000"/>
                  </a:schemeClr>
                </a:solidFill>
                <a:latin typeface="+mj-lt"/>
              </a:endParaRPr>
            </a:p>
          </p:txBody>
        </p:sp>
        <p:cxnSp>
          <p:nvCxnSpPr>
            <p:cNvPr id="19" name="直接连接符 18"/>
            <p:cNvCxnSpPr/>
            <p:nvPr/>
          </p:nvCxnSpPr>
          <p:spPr>
            <a:xfrm flipV="1">
              <a:off x="4504901" y="2168894"/>
              <a:ext cx="0" cy="3805447"/>
            </a:xfrm>
            <a:prstGeom prst="line">
              <a:avLst/>
            </a:prstGeom>
            <a:grpFill/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矩形 19"/>
          <p:cNvSpPr/>
          <p:nvPr/>
        </p:nvSpPr>
        <p:spPr>
          <a:xfrm rot="10800000">
            <a:off x="6190585" y="1419561"/>
            <a:ext cx="3477846" cy="4319007"/>
          </a:xfrm>
          <a:prstGeom prst="rect">
            <a:avLst/>
          </a:prstGeom>
          <a:solidFill>
            <a:schemeClr val="bg2"/>
          </a:solidFill>
          <a:ln w="571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defTabSz="913765">
              <a:defRPr/>
            </a:pPr>
            <a:endParaRPr lang="zh-CN" altLang="en-US" sz="3200" b="1" dirty="0">
              <a:solidFill>
                <a:schemeClr val="tx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227874" y="1319977"/>
            <a:ext cx="1961431" cy="1202510"/>
          </a:xfrm>
          <a:prstGeom prst="rect">
            <a:avLst/>
          </a:prstGeom>
          <a:noFill/>
        </p:spPr>
        <p:txBody>
          <a:bodyPr wrap="square" lIns="90000" tIns="46800" rIns="90000" bIns="46800" anchor="b">
            <a:spAutoFit/>
          </a:bodyPr>
          <a:lstStyle/>
          <a:p>
            <a:pPr>
              <a:defRPr/>
            </a:pPr>
            <a:r>
              <a:rPr lang="en-US" altLang="zh-CN" sz="7200" b="1" dirty="0">
                <a:solidFill>
                  <a:schemeClr val="tx1">
                    <a:alpha val="10000"/>
                  </a:schemeClr>
                </a:solidFill>
                <a:latin typeface="+mj-lt"/>
              </a:rPr>
              <a:t>02</a:t>
            </a:r>
            <a:endParaRPr lang="zh-CN" altLang="en-US" sz="7200" b="1" dirty="0">
              <a:solidFill>
                <a:schemeClr val="tx1">
                  <a:alpha val="10000"/>
                </a:schemeClr>
              </a:solidFill>
              <a:latin typeface="+mj-lt"/>
            </a:endParaRPr>
          </a:p>
        </p:txBody>
      </p:sp>
      <p:cxnSp>
        <p:nvCxnSpPr>
          <p:cNvPr id="22" name="直接连接符 21"/>
          <p:cNvCxnSpPr/>
          <p:nvPr/>
        </p:nvCxnSpPr>
        <p:spPr>
          <a:xfrm flipV="1">
            <a:off x="6190585" y="1419648"/>
            <a:ext cx="3483" cy="4318920"/>
          </a:xfrm>
          <a:prstGeom prst="line">
            <a:avLst/>
          </a:prstGeom>
          <a:solidFill>
            <a:schemeClr val="bg2"/>
          </a:solidFill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内容占位符 10"/>
          <p:cNvSpPr>
            <a:spLocks noGrp="1"/>
          </p:cNvSpPr>
          <p:nvPr>
            <p:ph sz="quarter" idx="20" hasCustomPrompt="1"/>
          </p:nvPr>
        </p:nvSpPr>
        <p:spPr>
          <a:xfrm>
            <a:off x="2413188" y="2574727"/>
            <a:ext cx="3288587" cy="303216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4" name="内容占位符 10"/>
          <p:cNvSpPr>
            <a:spLocks noGrp="1"/>
          </p:cNvSpPr>
          <p:nvPr>
            <p:ph sz="quarter" idx="23" hasCustomPrompt="1"/>
          </p:nvPr>
        </p:nvSpPr>
        <p:spPr>
          <a:xfrm>
            <a:off x="6341117" y="2574727"/>
            <a:ext cx="3309419" cy="303217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左右-两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4"/>
          <p:cNvSpPr>
            <a:spLocks noGrp="1"/>
          </p:cNvSpPr>
          <p:nvPr>
            <p:ph type="sldNum" sz="quarter" idx="4"/>
          </p:nvPr>
        </p:nvSpPr>
        <p:spPr>
          <a:xfrm flipH="1">
            <a:off x="11205115" y="6489701"/>
            <a:ext cx="500524" cy="376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AED39-47C5-4F21-B93C-39BDEADD8457}" type="slidenum">
              <a:rPr lang="en-US" altLang="zh-CN" smtClean="0"/>
              <a:t>‹#›</a:t>
            </a:fld>
            <a:endParaRPr lang="zh-CN" altLang="en-US"/>
          </a:p>
        </p:txBody>
      </p:sp>
      <p:sp>
        <p:nvSpPr>
          <p:cNvPr id="13" name="内容占位符 10"/>
          <p:cNvSpPr>
            <a:spLocks noGrp="1"/>
          </p:cNvSpPr>
          <p:nvPr>
            <p:ph sz="quarter" idx="20" hasCustomPrompt="1"/>
          </p:nvPr>
        </p:nvSpPr>
        <p:spPr>
          <a:xfrm>
            <a:off x="815254" y="1373496"/>
            <a:ext cx="5215465" cy="303224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6" name="内容占位符 10"/>
          <p:cNvSpPr>
            <a:spLocks noGrp="1"/>
          </p:cNvSpPr>
          <p:nvPr>
            <p:ph sz="quarter" idx="28" hasCustomPrompt="1"/>
          </p:nvPr>
        </p:nvSpPr>
        <p:spPr>
          <a:xfrm>
            <a:off x="6199595" y="1373494"/>
            <a:ext cx="5215465" cy="303224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2" name="内容占位符 10"/>
          <p:cNvSpPr>
            <a:spLocks noGrp="1"/>
          </p:cNvSpPr>
          <p:nvPr>
            <p:ph sz="quarter" idx="30" hasCustomPrompt="1"/>
          </p:nvPr>
        </p:nvSpPr>
        <p:spPr>
          <a:xfrm>
            <a:off x="827206" y="4525813"/>
            <a:ext cx="5215465" cy="119855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3" name="内容占位符 10"/>
          <p:cNvSpPr>
            <a:spLocks noGrp="1"/>
          </p:cNvSpPr>
          <p:nvPr>
            <p:ph sz="quarter" idx="31" hasCustomPrompt="1"/>
          </p:nvPr>
        </p:nvSpPr>
        <p:spPr>
          <a:xfrm>
            <a:off x="6211547" y="4525813"/>
            <a:ext cx="5215465" cy="1198552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标题占位符 1"/>
          <p:cNvSpPr>
            <a:spLocks noGrp="1"/>
          </p:cNvSpPr>
          <p:nvPr>
            <p:ph type="title"/>
          </p:nvPr>
        </p:nvSpPr>
        <p:spPr>
          <a:xfrm>
            <a:off x="474662" y="352165"/>
            <a:ext cx="9193769" cy="381431"/>
          </a:xfrm>
          <a:prstGeom prst="rect">
            <a:avLst/>
          </a:prstGeom>
        </p:spPr>
        <p:txBody>
          <a:bodyPr/>
          <a:lstStyle/>
          <a:p>
            <a:pPr marL="0" lvl="0">
              <a:lnSpc>
                <a:spcPct val="100000"/>
              </a:lnSpc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图1组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 flipH="1">
            <a:off x="11205115" y="6489701"/>
            <a:ext cx="500524" cy="376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AED39-47C5-4F21-B93C-39BDEADD8457}" type="slidenum">
              <a:rPr lang="en-US" altLang="zh-CN" smtClean="0"/>
              <a:t>‹#›</a:t>
            </a:fld>
            <a:endParaRPr lang="zh-CN" altLang="en-US"/>
          </a:p>
        </p:txBody>
      </p:sp>
      <p:sp>
        <p:nvSpPr>
          <p:cNvPr id="6" name="内容占位符 10"/>
          <p:cNvSpPr>
            <a:spLocks noGrp="1"/>
          </p:cNvSpPr>
          <p:nvPr>
            <p:ph sz="quarter" idx="19" hasCustomPrompt="1"/>
          </p:nvPr>
        </p:nvSpPr>
        <p:spPr>
          <a:xfrm>
            <a:off x="749047" y="1664411"/>
            <a:ext cx="5239375" cy="185317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" name="内容占位符 10"/>
          <p:cNvSpPr>
            <a:spLocks noGrp="1"/>
          </p:cNvSpPr>
          <p:nvPr>
            <p:ph sz="quarter" idx="20" hasCustomPrompt="1"/>
          </p:nvPr>
        </p:nvSpPr>
        <p:spPr>
          <a:xfrm>
            <a:off x="737097" y="3909419"/>
            <a:ext cx="5239375" cy="185317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1" name="内容占位符 10"/>
          <p:cNvSpPr>
            <a:spLocks noGrp="1"/>
          </p:cNvSpPr>
          <p:nvPr>
            <p:ph sz="quarter" idx="21" hasCustomPrompt="1"/>
          </p:nvPr>
        </p:nvSpPr>
        <p:spPr>
          <a:xfrm>
            <a:off x="6210546" y="1661980"/>
            <a:ext cx="5239375" cy="410061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474662" y="352165"/>
            <a:ext cx="9193769" cy="381431"/>
          </a:xfrm>
          <a:prstGeom prst="rect">
            <a:avLst/>
          </a:prstGeom>
        </p:spPr>
        <p:txBody>
          <a:bodyPr/>
          <a:lstStyle/>
          <a:p>
            <a:pPr marL="0" lvl="0">
              <a:lnSpc>
                <a:spcPct val="100000"/>
              </a:lnSpc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图2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4"/>
          </p:nvPr>
        </p:nvSpPr>
        <p:spPr>
          <a:xfrm flipH="1">
            <a:off x="11205115" y="6489701"/>
            <a:ext cx="500524" cy="376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AED39-47C5-4F21-B93C-39BDEADD8457}" type="slidenum">
              <a:rPr lang="en-US" altLang="zh-CN" smtClean="0"/>
              <a:t>‹#›</a:t>
            </a:fld>
            <a:endParaRPr lang="zh-CN" altLang="en-US"/>
          </a:p>
        </p:txBody>
      </p:sp>
      <p:sp>
        <p:nvSpPr>
          <p:cNvPr id="8" name="内容占位符 10"/>
          <p:cNvSpPr>
            <a:spLocks noGrp="1"/>
          </p:cNvSpPr>
          <p:nvPr>
            <p:ph sz="quarter" idx="20" hasCustomPrompt="1"/>
          </p:nvPr>
        </p:nvSpPr>
        <p:spPr>
          <a:xfrm>
            <a:off x="1098138" y="1554521"/>
            <a:ext cx="5054567" cy="219353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" name="内容占位符 10"/>
          <p:cNvSpPr>
            <a:spLocks noGrp="1"/>
          </p:cNvSpPr>
          <p:nvPr>
            <p:ph sz="quarter" idx="25" hasCustomPrompt="1"/>
          </p:nvPr>
        </p:nvSpPr>
        <p:spPr>
          <a:xfrm>
            <a:off x="1098140" y="3921616"/>
            <a:ext cx="5074692" cy="2199096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" name="内容占位符 10"/>
          <p:cNvSpPr>
            <a:spLocks noGrp="1"/>
          </p:cNvSpPr>
          <p:nvPr>
            <p:ph sz="quarter" idx="26" hasCustomPrompt="1"/>
          </p:nvPr>
        </p:nvSpPr>
        <p:spPr>
          <a:xfrm>
            <a:off x="6325176" y="1554514"/>
            <a:ext cx="4682561" cy="219353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内容占位符 10"/>
          <p:cNvSpPr>
            <a:spLocks noGrp="1"/>
          </p:cNvSpPr>
          <p:nvPr>
            <p:ph sz="quarter" idx="27" hasCustomPrompt="1"/>
          </p:nvPr>
        </p:nvSpPr>
        <p:spPr>
          <a:xfrm>
            <a:off x="6331336" y="3927589"/>
            <a:ext cx="4682561" cy="219353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1" name="标题占位符 1"/>
          <p:cNvSpPr>
            <a:spLocks noGrp="1"/>
          </p:cNvSpPr>
          <p:nvPr>
            <p:ph type="title"/>
          </p:nvPr>
        </p:nvSpPr>
        <p:spPr>
          <a:xfrm>
            <a:off x="474662" y="352165"/>
            <a:ext cx="9193769" cy="381431"/>
          </a:xfrm>
          <a:prstGeom prst="rect">
            <a:avLst/>
          </a:prstGeom>
        </p:spPr>
        <p:txBody>
          <a:bodyPr/>
          <a:lstStyle/>
          <a:p>
            <a:pPr marL="0" lvl="0">
              <a:lnSpc>
                <a:spcPct val="100000"/>
              </a:lnSpc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并列两组-2小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566367" y="1778433"/>
            <a:ext cx="4170949" cy="421497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r>
              <a:rPr lang="en-US" altLang="zh-CN" sz="2000" b="1">
                <a:solidFill>
                  <a:schemeClr val="bg1"/>
                </a:solidFill>
                <a:ea typeface="Source Han Sans CN Regular" panose="020B0500000000000000" charset="-122"/>
                <a:cs typeface="HelveticaNeueLT Pro 55 Roman" panose="020B0604020202020204" pitchFamily="34" charset="0"/>
              </a:rPr>
              <a:t> </a:t>
            </a:r>
            <a:endParaRPr lang="zh-CN" altLang="en-US" sz="2000" b="1" dirty="0">
              <a:solidFill>
                <a:schemeClr val="bg1"/>
              </a:solidFill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555128" y="1774525"/>
            <a:ext cx="4170949" cy="605143"/>
          </a:xfrm>
          <a:prstGeom prst="rect">
            <a:avLst/>
          </a:prstGeom>
          <a:solidFill>
            <a:schemeClr val="accent1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altLang="zh-CN" sz="2000" b="1" dirty="0">
              <a:solidFill>
                <a:schemeClr val="bg1"/>
              </a:solidFill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959631" y="1747630"/>
            <a:ext cx="4170949" cy="425247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r>
              <a:rPr lang="en-US" altLang="zh-CN" sz="2000" b="1">
                <a:solidFill>
                  <a:schemeClr val="bg1"/>
                </a:solidFill>
                <a:ea typeface="Source Han Sans CN Regular" panose="020B0500000000000000" charset="-122"/>
                <a:cs typeface="HelveticaNeueLT Pro 55 Roman" panose="020B0604020202020204" pitchFamily="34" charset="0"/>
              </a:rPr>
              <a:t>                 </a:t>
            </a:r>
            <a:endParaRPr lang="zh-CN" altLang="en-US" sz="2000" b="1" dirty="0">
              <a:solidFill>
                <a:schemeClr val="bg1"/>
              </a:solidFill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959631" y="1774525"/>
            <a:ext cx="4170949" cy="605143"/>
          </a:xfrm>
          <a:prstGeom prst="rect">
            <a:avLst/>
          </a:prstGeom>
          <a:solidFill>
            <a:schemeClr val="accent2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altLang="zh-CN" sz="2000" b="1" dirty="0">
              <a:solidFill>
                <a:schemeClr val="bg1"/>
              </a:solidFill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16" name="文本占位符 2"/>
          <p:cNvSpPr>
            <a:spLocks noGrp="1"/>
          </p:cNvSpPr>
          <p:nvPr>
            <p:ph type="body" sz="quarter" idx="16" hasCustomPrompt="1"/>
          </p:nvPr>
        </p:nvSpPr>
        <p:spPr>
          <a:xfrm>
            <a:off x="6054329" y="1880650"/>
            <a:ext cx="4010825" cy="4358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 sz="1600">
                <a:solidFill>
                  <a:schemeClr val="bg1"/>
                </a:solidFill>
                <a:latin typeface="+mj-ea"/>
                <a:ea typeface="+mj-ea"/>
              </a:defRPr>
            </a:lvl2pPr>
            <a:lvl3pPr>
              <a:defRPr sz="1600">
                <a:solidFill>
                  <a:schemeClr val="bg1"/>
                </a:solidFill>
                <a:latin typeface="+mj-ea"/>
                <a:ea typeface="+mj-ea"/>
              </a:defRPr>
            </a:lvl3pPr>
            <a:lvl4pPr>
              <a:defRPr sz="1600">
                <a:solidFill>
                  <a:schemeClr val="bg1"/>
                </a:solidFill>
                <a:latin typeface="+mj-ea"/>
                <a:ea typeface="+mj-ea"/>
              </a:defRPr>
            </a:lvl4pPr>
            <a:lvl5pPr>
              <a:defRPr sz="1600">
                <a:solidFill>
                  <a:schemeClr val="bg1"/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8" name="文本占位符 2"/>
          <p:cNvSpPr>
            <a:spLocks noGrp="1"/>
          </p:cNvSpPr>
          <p:nvPr>
            <p:ph type="body" sz="quarter" idx="19" hasCustomPrompt="1"/>
          </p:nvPr>
        </p:nvSpPr>
        <p:spPr>
          <a:xfrm>
            <a:off x="1604708" y="1868949"/>
            <a:ext cx="4010825" cy="4358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 sz="1600">
                <a:solidFill>
                  <a:schemeClr val="bg1"/>
                </a:solidFill>
                <a:latin typeface="+mj-ea"/>
                <a:ea typeface="+mj-ea"/>
              </a:defRPr>
            </a:lvl2pPr>
            <a:lvl3pPr>
              <a:defRPr sz="1600">
                <a:solidFill>
                  <a:schemeClr val="bg1"/>
                </a:solidFill>
                <a:latin typeface="+mj-ea"/>
                <a:ea typeface="+mj-ea"/>
              </a:defRPr>
            </a:lvl3pPr>
            <a:lvl4pPr>
              <a:defRPr sz="1600">
                <a:solidFill>
                  <a:schemeClr val="bg1"/>
                </a:solidFill>
                <a:latin typeface="+mj-ea"/>
                <a:ea typeface="+mj-ea"/>
              </a:defRPr>
            </a:lvl4pPr>
            <a:lvl5pPr>
              <a:defRPr sz="1600">
                <a:solidFill>
                  <a:schemeClr val="bg1"/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4"/>
          </p:nvPr>
        </p:nvSpPr>
        <p:spPr>
          <a:xfrm flipH="1">
            <a:off x="11205115" y="6489701"/>
            <a:ext cx="500524" cy="376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AED39-47C5-4F21-B93C-39BDEADD8457}" type="slidenum">
              <a:rPr lang="en-US" altLang="zh-CN" smtClean="0"/>
              <a:t>‹#›</a:t>
            </a:fld>
            <a:endParaRPr lang="zh-CN" altLang="en-US"/>
          </a:p>
        </p:txBody>
      </p:sp>
      <p:sp>
        <p:nvSpPr>
          <p:cNvPr id="12" name="内容占位符 10"/>
          <p:cNvSpPr>
            <a:spLocks noGrp="1"/>
          </p:cNvSpPr>
          <p:nvPr>
            <p:ph sz="quarter" idx="20" hasCustomPrompt="1"/>
          </p:nvPr>
        </p:nvSpPr>
        <p:spPr>
          <a:xfrm>
            <a:off x="1573803" y="2482533"/>
            <a:ext cx="4139704" cy="320058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3" name="内容占位符 10"/>
          <p:cNvSpPr>
            <a:spLocks noGrp="1"/>
          </p:cNvSpPr>
          <p:nvPr>
            <p:ph sz="quarter" idx="21" hasCustomPrompt="1"/>
          </p:nvPr>
        </p:nvSpPr>
        <p:spPr>
          <a:xfrm>
            <a:off x="5981752" y="2482531"/>
            <a:ext cx="4139704" cy="320058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5" name="标题占位符 1"/>
          <p:cNvSpPr>
            <a:spLocks noGrp="1"/>
          </p:cNvSpPr>
          <p:nvPr>
            <p:ph type="title"/>
          </p:nvPr>
        </p:nvSpPr>
        <p:spPr>
          <a:xfrm>
            <a:off x="474662" y="352165"/>
            <a:ext cx="9193769" cy="381431"/>
          </a:xfrm>
          <a:prstGeom prst="rect">
            <a:avLst/>
          </a:prstGeom>
        </p:spPr>
        <p:txBody>
          <a:bodyPr/>
          <a:lstStyle/>
          <a:p>
            <a:pPr marL="0" lvl="0">
              <a:lnSpc>
                <a:spcPct val="100000"/>
              </a:lnSpc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-3图-3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 18"/>
          <p:cNvSpPr/>
          <p:nvPr/>
        </p:nvSpPr>
        <p:spPr>
          <a:xfrm>
            <a:off x="6830658" y="4018198"/>
            <a:ext cx="299264" cy="257040"/>
          </a:xfrm>
          <a:custGeom>
            <a:avLst/>
            <a:gdLst>
              <a:gd name="connsiteX0" fmla="*/ 267948 w 400050"/>
              <a:gd name="connsiteY0" fmla="*/ 621 h 533400"/>
              <a:gd name="connsiteX1" fmla="*/ 296523 w 400050"/>
              <a:gd name="connsiteY1" fmla="*/ 27291 h 533400"/>
              <a:gd name="connsiteX2" fmla="*/ 296523 w 400050"/>
              <a:gd name="connsiteY2" fmla="*/ 29196 h 533400"/>
              <a:gd name="connsiteX3" fmla="*/ 296523 w 400050"/>
              <a:gd name="connsiteY3" fmla="*/ 38721 h 533400"/>
              <a:gd name="connsiteX4" fmla="*/ 363198 w 400050"/>
              <a:gd name="connsiteY4" fmla="*/ 38721 h 533400"/>
              <a:gd name="connsiteX5" fmla="*/ 401298 w 400050"/>
              <a:gd name="connsiteY5" fmla="*/ 74916 h 533400"/>
              <a:gd name="connsiteX6" fmla="*/ 401298 w 400050"/>
              <a:gd name="connsiteY6" fmla="*/ 76821 h 533400"/>
              <a:gd name="connsiteX7" fmla="*/ 401298 w 400050"/>
              <a:gd name="connsiteY7" fmla="*/ 495921 h 533400"/>
              <a:gd name="connsiteX8" fmla="*/ 365103 w 400050"/>
              <a:gd name="connsiteY8" fmla="*/ 534021 h 533400"/>
              <a:gd name="connsiteX9" fmla="*/ 363198 w 400050"/>
              <a:gd name="connsiteY9" fmla="*/ 534021 h 533400"/>
              <a:gd name="connsiteX10" fmla="*/ 39348 w 400050"/>
              <a:gd name="connsiteY10" fmla="*/ 534021 h 533400"/>
              <a:gd name="connsiteX11" fmla="*/ 1248 w 400050"/>
              <a:gd name="connsiteY11" fmla="*/ 497826 h 533400"/>
              <a:gd name="connsiteX12" fmla="*/ 1248 w 400050"/>
              <a:gd name="connsiteY12" fmla="*/ 495921 h 533400"/>
              <a:gd name="connsiteX13" fmla="*/ 1248 w 400050"/>
              <a:gd name="connsiteY13" fmla="*/ 76821 h 533400"/>
              <a:gd name="connsiteX14" fmla="*/ 37443 w 400050"/>
              <a:gd name="connsiteY14" fmla="*/ 38721 h 533400"/>
              <a:gd name="connsiteX15" fmla="*/ 39348 w 400050"/>
              <a:gd name="connsiteY15" fmla="*/ 38721 h 533400"/>
              <a:gd name="connsiteX16" fmla="*/ 106023 w 400050"/>
              <a:gd name="connsiteY16" fmla="*/ 38721 h 533400"/>
              <a:gd name="connsiteX17" fmla="*/ 106023 w 400050"/>
              <a:gd name="connsiteY17" fmla="*/ 29196 h 533400"/>
              <a:gd name="connsiteX18" fmla="*/ 132693 w 400050"/>
              <a:gd name="connsiteY18" fmla="*/ 621 h 533400"/>
              <a:gd name="connsiteX19" fmla="*/ 134598 w 400050"/>
              <a:gd name="connsiteY19" fmla="*/ 621 h 533400"/>
              <a:gd name="connsiteX20" fmla="*/ 267948 w 400050"/>
              <a:gd name="connsiteY20" fmla="*/ 621 h 533400"/>
              <a:gd name="connsiteX21" fmla="*/ 106023 w 400050"/>
              <a:gd name="connsiteY21" fmla="*/ 57771 h 533400"/>
              <a:gd name="connsiteX22" fmla="*/ 39348 w 400050"/>
              <a:gd name="connsiteY22" fmla="*/ 57771 h 533400"/>
              <a:gd name="connsiteX23" fmla="*/ 20298 w 400050"/>
              <a:gd name="connsiteY23" fmla="*/ 75869 h 533400"/>
              <a:gd name="connsiteX24" fmla="*/ 20298 w 400050"/>
              <a:gd name="connsiteY24" fmla="*/ 76821 h 533400"/>
              <a:gd name="connsiteX25" fmla="*/ 20298 w 400050"/>
              <a:gd name="connsiteY25" fmla="*/ 495921 h 533400"/>
              <a:gd name="connsiteX26" fmla="*/ 38395 w 400050"/>
              <a:gd name="connsiteY26" fmla="*/ 514971 h 533400"/>
              <a:gd name="connsiteX27" fmla="*/ 39348 w 400050"/>
              <a:gd name="connsiteY27" fmla="*/ 514971 h 533400"/>
              <a:gd name="connsiteX28" fmla="*/ 363198 w 400050"/>
              <a:gd name="connsiteY28" fmla="*/ 514971 h 533400"/>
              <a:gd name="connsiteX29" fmla="*/ 382248 w 400050"/>
              <a:gd name="connsiteY29" fmla="*/ 496873 h 533400"/>
              <a:gd name="connsiteX30" fmla="*/ 382248 w 400050"/>
              <a:gd name="connsiteY30" fmla="*/ 495921 h 533400"/>
              <a:gd name="connsiteX31" fmla="*/ 382248 w 400050"/>
              <a:gd name="connsiteY31" fmla="*/ 76821 h 533400"/>
              <a:gd name="connsiteX32" fmla="*/ 364151 w 400050"/>
              <a:gd name="connsiteY32" fmla="*/ 57771 h 533400"/>
              <a:gd name="connsiteX33" fmla="*/ 363198 w 400050"/>
              <a:gd name="connsiteY33" fmla="*/ 57771 h 533400"/>
              <a:gd name="connsiteX34" fmla="*/ 296523 w 400050"/>
              <a:gd name="connsiteY34" fmla="*/ 57771 h 533400"/>
              <a:gd name="connsiteX35" fmla="*/ 296523 w 400050"/>
              <a:gd name="connsiteY35" fmla="*/ 67296 h 533400"/>
              <a:gd name="connsiteX36" fmla="*/ 269853 w 400050"/>
              <a:gd name="connsiteY36" fmla="*/ 95871 h 533400"/>
              <a:gd name="connsiteX37" fmla="*/ 267948 w 400050"/>
              <a:gd name="connsiteY37" fmla="*/ 95871 h 533400"/>
              <a:gd name="connsiteX38" fmla="*/ 134598 w 400050"/>
              <a:gd name="connsiteY38" fmla="*/ 95871 h 533400"/>
              <a:gd name="connsiteX39" fmla="*/ 106023 w 400050"/>
              <a:gd name="connsiteY39" fmla="*/ 69201 h 533400"/>
              <a:gd name="connsiteX40" fmla="*/ 106023 w 400050"/>
              <a:gd name="connsiteY40" fmla="*/ 67296 h 533400"/>
              <a:gd name="connsiteX41" fmla="*/ 106023 w 400050"/>
              <a:gd name="connsiteY41" fmla="*/ 57771 h 533400"/>
              <a:gd name="connsiteX42" fmla="*/ 201273 w 400050"/>
              <a:gd name="connsiteY42" fmla="*/ 343521 h 533400"/>
              <a:gd name="connsiteX43" fmla="*/ 201273 w 400050"/>
              <a:gd name="connsiteY43" fmla="*/ 362571 h 533400"/>
              <a:gd name="connsiteX44" fmla="*/ 86973 w 400050"/>
              <a:gd name="connsiteY44" fmla="*/ 362571 h 533400"/>
              <a:gd name="connsiteX45" fmla="*/ 86973 w 400050"/>
              <a:gd name="connsiteY45" fmla="*/ 343521 h 533400"/>
              <a:gd name="connsiteX46" fmla="*/ 201273 w 400050"/>
              <a:gd name="connsiteY46" fmla="*/ 343521 h 533400"/>
              <a:gd name="connsiteX47" fmla="*/ 315573 w 400050"/>
              <a:gd name="connsiteY47" fmla="*/ 267321 h 533400"/>
              <a:gd name="connsiteX48" fmla="*/ 315573 w 400050"/>
              <a:gd name="connsiteY48" fmla="*/ 286371 h 533400"/>
              <a:gd name="connsiteX49" fmla="*/ 86973 w 400050"/>
              <a:gd name="connsiteY49" fmla="*/ 286371 h 533400"/>
              <a:gd name="connsiteX50" fmla="*/ 86973 w 400050"/>
              <a:gd name="connsiteY50" fmla="*/ 267321 h 533400"/>
              <a:gd name="connsiteX51" fmla="*/ 315573 w 400050"/>
              <a:gd name="connsiteY51" fmla="*/ 267321 h 533400"/>
              <a:gd name="connsiteX52" fmla="*/ 315573 w 400050"/>
              <a:gd name="connsiteY52" fmla="*/ 191121 h 533400"/>
              <a:gd name="connsiteX53" fmla="*/ 315573 w 400050"/>
              <a:gd name="connsiteY53" fmla="*/ 210171 h 533400"/>
              <a:gd name="connsiteX54" fmla="*/ 86973 w 400050"/>
              <a:gd name="connsiteY54" fmla="*/ 210171 h 533400"/>
              <a:gd name="connsiteX55" fmla="*/ 86973 w 400050"/>
              <a:gd name="connsiteY55" fmla="*/ 191121 h 533400"/>
              <a:gd name="connsiteX56" fmla="*/ 315573 w 400050"/>
              <a:gd name="connsiteY56" fmla="*/ 191121 h 533400"/>
              <a:gd name="connsiteX57" fmla="*/ 267948 w 400050"/>
              <a:gd name="connsiteY57" fmla="*/ 19671 h 533400"/>
              <a:gd name="connsiteX58" fmla="*/ 134598 w 400050"/>
              <a:gd name="connsiteY58" fmla="*/ 19671 h 533400"/>
              <a:gd name="connsiteX59" fmla="*/ 125073 w 400050"/>
              <a:gd name="connsiteY59" fmla="*/ 28244 h 533400"/>
              <a:gd name="connsiteX60" fmla="*/ 125073 w 400050"/>
              <a:gd name="connsiteY60" fmla="*/ 29196 h 533400"/>
              <a:gd name="connsiteX61" fmla="*/ 125073 w 400050"/>
              <a:gd name="connsiteY61" fmla="*/ 67296 h 533400"/>
              <a:gd name="connsiteX62" fmla="*/ 133645 w 400050"/>
              <a:gd name="connsiteY62" fmla="*/ 76821 h 533400"/>
              <a:gd name="connsiteX63" fmla="*/ 134598 w 400050"/>
              <a:gd name="connsiteY63" fmla="*/ 76821 h 533400"/>
              <a:gd name="connsiteX64" fmla="*/ 267948 w 400050"/>
              <a:gd name="connsiteY64" fmla="*/ 76821 h 533400"/>
              <a:gd name="connsiteX65" fmla="*/ 277473 w 400050"/>
              <a:gd name="connsiteY65" fmla="*/ 68248 h 533400"/>
              <a:gd name="connsiteX66" fmla="*/ 277473 w 400050"/>
              <a:gd name="connsiteY66" fmla="*/ 67296 h 533400"/>
              <a:gd name="connsiteX67" fmla="*/ 277473 w 400050"/>
              <a:gd name="connsiteY67" fmla="*/ 29196 h 533400"/>
              <a:gd name="connsiteX68" fmla="*/ 267948 w 400050"/>
              <a:gd name="connsiteY68" fmla="*/ 19671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400050" h="533400">
                <a:moveTo>
                  <a:pt x="267948" y="621"/>
                </a:moveTo>
                <a:cubicBezTo>
                  <a:pt x="283188" y="621"/>
                  <a:pt x="295570" y="12051"/>
                  <a:pt x="296523" y="27291"/>
                </a:cubicBezTo>
                <a:lnTo>
                  <a:pt x="296523" y="29196"/>
                </a:lnTo>
                <a:lnTo>
                  <a:pt x="296523" y="38721"/>
                </a:lnTo>
                <a:lnTo>
                  <a:pt x="363198" y="38721"/>
                </a:lnTo>
                <a:cubicBezTo>
                  <a:pt x="383201" y="38721"/>
                  <a:pt x="400345" y="54914"/>
                  <a:pt x="401298" y="74916"/>
                </a:cubicBezTo>
                <a:lnTo>
                  <a:pt x="401298" y="76821"/>
                </a:lnTo>
                <a:lnTo>
                  <a:pt x="401298" y="495921"/>
                </a:lnTo>
                <a:cubicBezTo>
                  <a:pt x="401298" y="515923"/>
                  <a:pt x="385105" y="533069"/>
                  <a:pt x="365103" y="534021"/>
                </a:cubicBezTo>
                <a:lnTo>
                  <a:pt x="363198" y="534021"/>
                </a:lnTo>
                <a:lnTo>
                  <a:pt x="39348" y="534021"/>
                </a:lnTo>
                <a:cubicBezTo>
                  <a:pt x="19345" y="534021"/>
                  <a:pt x="2201" y="517828"/>
                  <a:pt x="1248" y="497826"/>
                </a:cubicBezTo>
                <a:lnTo>
                  <a:pt x="1248" y="495921"/>
                </a:lnTo>
                <a:lnTo>
                  <a:pt x="1248" y="76821"/>
                </a:lnTo>
                <a:cubicBezTo>
                  <a:pt x="1248" y="56819"/>
                  <a:pt x="17441" y="39673"/>
                  <a:pt x="37443" y="38721"/>
                </a:cubicBezTo>
                <a:lnTo>
                  <a:pt x="39348" y="38721"/>
                </a:lnTo>
                <a:lnTo>
                  <a:pt x="106023" y="38721"/>
                </a:lnTo>
                <a:lnTo>
                  <a:pt x="106023" y="29196"/>
                </a:lnTo>
                <a:cubicBezTo>
                  <a:pt x="106023" y="13956"/>
                  <a:pt x="117453" y="1573"/>
                  <a:pt x="132693" y="621"/>
                </a:cubicBezTo>
                <a:lnTo>
                  <a:pt x="134598" y="621"/>
                </a:lnTo>
                <a:lnTo>
                  <a:pt x="267948" y="621"/>
                </a:lnTo>
                <a:close/>
                <a:moveTo>
                  <a:pt x="106023" y="57771"/>
                </a:moveTo>
                <a:lnTo>
                  <a:pt x="39348" y="57771"/>
                </a:lnTo>
                <a:cubicBezTo>
                  <a:pt x="28870" y="57771"/>
                  <a:pt x="21251" y="65391"/>
                  <a:pt x="20298" y="75869"/>
                </a:cubicBezTo>
                <a:lnTo>
                  <a:pt x="20298" y="76821"/>
                </a:lnTo>
                <a:lnTo>
                  <a:pt x="20298" y="495921"/>
                </a:lnTo>
                <a:cubicBezTo>
                  <a:pt x="20298" y="506398"/>
                  <a:pt x="27918" y="514019"/>
                  <a:pt x="38395" y="514971"/>
                </a:cubicBezTo>
                <a:lnTo>
                  <a:pt x="39348" y="514971"/>
                </a:lnTo>
                <a:lnTo>
                  <a:pt x="363198" y="514971"/>
                </a:lnTo>
                <a:cubicBezTo>
                  <a:pt x="373676" y="514971"/>
                  <a:pt x="381295" y="507351"/>
                  <a:pt x="382248" y="496873"/>
                </a:cubicBezTo>
                <a:lnTo>
                  <a:pt x="382248" y="495921"/>
                </a:lnTo>
                <a:lnTo>
                  <a:pt x="382248" y="76821"/>
                </a:lnTo>
                <a:cubicBezTo>
                  <a:pt x="382248" y="66344"/>
                  <a:pt x="374628" y="58723"/>
                  <a:pt x="364151" y="57771"/>
                </a:cubicBezTo>
                <a:lnTo>
                  <a:pt x="363198" y="57771"/>
                </a:lnTo>
                <a:lnTo>
                  <a:pt x="296523" y="57771"/>
                </a:lnTo>
                <a:lnTo>
                  <a:pt x="296523" y="67296"/>
                </a:lnTo>
                <a:cubicBezTo>
                  <a:pt x="296523" y="82536"/>
                  <a:pt x="285093" y="94919"/>
                  <a:pt x="269853" y="95871"/>
                </a:cubicBezTo>
                <a:lnTo>
                  <a:pt x="267948" y="95871"/>
                </a:lnTo>
                <a:lnTo>
                  <a:pt x="134598" y="95871"/>
                </a:lnTo>
                <a:cubicBezTo>
                  <a:pt x="119358" y="95871"/>
                  <a:pt x="106976" y="84441"/>
                  <a:pt x="106023" y="69201"/>
                </a:cubicBezTo>
                <a:lnTo>
                  <a:pt x="106023" y="67296"/>
                </a:lnTo>
                <a:lnTo>
                  <a:pt x="106023" y="57771"/>
                </a:lnTo>
                <a:close/>
                <a:moveTo>
                  <a:pt x="201273" y="343521"/>
                </a:moveTo>
                <a:lnTo>
                  <a:pt x="201273" y="362571"/>
                </a:lnTo>
                <a:lnTo>
                  <a:pt x="86973" y="362571"/>
                </a:lnTo>
                <a:lnTo>
                  <a:pt x="86973" y="343521"/>
                </a:lnTo>
                <a:lnTo>
                  <a:pt x="201273" y="343521"/>
                </a:lnTo>
                <a:close/>
                <a:moveTo>
                  <a:pt x="315573" y="267321"/>
                </a:moveTo>
                <a:lnTo>
                  <a:pt x="315573" y="286371"/>
                </a:lnTo>
                <a:lnTo>
                  <a:pt x="86973" y="286371"/>
                </a:lnTo>
                <a:lnTo>
                  <a:pt x="86973" y="267321"/>
                </a:lnTo>
                <a:lnTo>
                  <a:pt x="315573" y="267321"/>
                </a:lnTo>
                <a:close/>
                <a:moveTo>
                  <a:pt x="315573" y="191121"/>
                </a:moveTo>
                <a:lnTo>
                  <a:pt x="315573" y="210171"/>
                </a:lnTo>
                <a:lnTo>
                  <a:pt x="86973" y="210171"/>
                </a:lnTo>
                <a:lnTo>
                  <a:pt x="86973" y="191121"/>
                </a:lnTo>
                <a:lnTo>
                  <a:pt x="315573" y="191121"/>
                </a:lnTo>
                <a:close/>
                <a:moveTo>
                  <a:pt x="267948" y="19671"/>
                </a:moveTo>
                <a:lnTo>
                  <a:pt x="134598" y="19671"/>
                </a:lnTo>
                <a:cubicBezTo>
                  <a:pt x="129836" y="19671"/>
                  <a:pt x="126026" y="23481"/>
                  <a:pt x="125073" y="28244"/>
                </a:cubicBezTo>
                <a:lnTo>
                  <a:pt x="125073" y="29196"/>
                </a:lnTo>
                <a:lnTo>
                  <a:pt x="125073" y="67296"/>
                </a:lnTo>
                <a:cubicBezTo>
                  <a:pt x="125073" y="72059"/>
                  <a:pt x="128883" y="75869"/>
                  <a:pt x="133645" y="76821"/>
                </a:cubicBezTo>
                <a:lnTo>
                  <a:pt x="134598" y="76821"/>
                </a:lnTo>
                <a:lnTo>
                  <a:pt x="267948" y="76821"/>
                </a:lnTo>
                <a:cubicBezTo>
                  <a:pt x="272711" y="76821"/>
                  <a:pt x="276520" y="73011"/>
                  <a:pt x="277473" y="68248"/>
                </a:cubicBezTo>
                <a:lnTo>
                  <a:pt x="277473" y="67296"/>
                </a:lnTo>
                <a:lnTo>
                  <a:pt x="277473" y="29196"/>
                </a:lnTo>
                <a:cubicBezTo>
                  <a:pt x="277473" y="23481"/>
                  <a:pt x="273663" y="19671"/>
                  <a:pt x="267948" y="1967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 sz="1800"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18" name="文本占位符 2"/>
          <p:cNvSpPr>
            <a:spLocks noGrp="1"/>
          </p:cNvSpPr>
          <p:nvPr>
            <p:ph type="body" sz="quarter" idx="24" hasCustomPrompt="1"/>
          </p:nvPr>
        </p:nvSpPr>
        <p:spPr>
          <a:xfrm>
            <a:off x="6091360" y="1502659"/>
            <a:ext cx="4700671" cy="1439875"/>
          </a:xfrm>
        </p:spPr>
        <p:txBody>
          <a:bodyPr>
            <a:noAutofit/>
          </a:bodyPr>
          <a:lstStyle>
            <a:lvl1pPr algn="l">
              <a:lnSpc>
                <a:spcPct val="120000"/>
              </a:lnSpc>
              <a:defRPr>
                <a:solidFill>
                  <a:schemeClr val="accent1"/>
                </a:solidFill>
              </a:defRPr>
            </a:lvl1pPr>
            <a:lvl2pPr algn="l">
              <a:lnSpc>
                <a:spcPct val="120000"/>
              </a:lnSpc>
              <a:defRPr/>
            </a:lvl2pPr>
            <a:lvl3pPr algn="l">
              <a:lnSpc>
                <a:spcPct val="120000"/>
              </a:lnSpc>
              <a:defRPr/>
            </a:lvl3pPr>
            <a:lvl4pPr algn="l">
              <a:lnSpc>
                <a:spcPct val="120000"/>
              </a:lnSpc>
              <a:defRPr/>
            </a:lvl4pPr>
            <a:lvl5pPr algn="l">
              <a:lnSpc>
                <a:spcPct val="120000"/>
              </a:lnSpc>
              <a:defRPr/>
            </a:lvl5pPr>
          </a:lstStyle>
          <a:p>
            <a:pPr lvl="0"/>
            <a:r>
              <a:rPr lang="zh-CN" altLang="en-US"/>
              <a:t>单击此处编辑版文本样式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4"/>
          </p:nvPr>
        </p:nvSpPr>
        <p:spPr>
          <a:xfrm flipH="1">
            <a:off x="11205115" y="6489701"/>
            <a:ext cx="500524" cy="376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AED39-47C5-4F21-B93C-39BDEADD8457}" type="slidenum">
              <a:rPr lang="en-US" altLang="zh-CN" smtClean="0"/>
              <a:t>‹#›</a:t>
            </a:fld>
            <a:endParaRPr lang="zh-CN" altLang="en-US"/>
          </a:p>
        </p:txBody>
      </p:sp>
      <p:sp>
        <p:nvSpPr>
          <p:cNvPr id="14" name="内容占位符 10"/>
          <p:cNvSpPr>
            <a:spLocks noGrp="1"/>
          </p:cNvSpPr>
          <p:nvPr>
            <p:ph sz="quarter" idx="20" hasCustomPrompt="1"/>
          </p:nvPr>
        </p:nvSpPr>
        <p:spPr>
          <a:xfrm>
            <a:off x="1496177" y="1494922"/>
            <a:ext cx="4426569" cy="14655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6" name="内容占位符 10"/>
          <p:cNvSpPr>
            <a:spLocks noGrp="1"/>
          </p:cNvSpPr>
          <p:nvPr>
            <p:ph sz="quarter" idx="25" hasCustomPrompt="1"/>
          </p:nvPr>
        </p:nvSpPr>
        <p:spPr>
          <a:xfrm>
            <a:off x="1487585" y="3122172"/>
            <a:ext cx="4426569" cy="14655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1" name="内容占位符 10"/>
          <p:cNvSpPr>
            <a:spLocks noGrp="1"/>
          </p:cNvSpPr>
          <p:nvPr>
            <p:ph sz="quarter" idx="26" hasCustomPrompt="1"/>
          </p:nvPr>
        </p:nvSpPr>
        <p:spPr>
          <a:xfrm>
            <a:off x="1487588" y="4723638"/>
            <a:ext cx="4426569" cy="14655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2" name="文本占位符 2"/>
          <p:cNvSpPr>
            <a:spLocks noGrp="1"/>
          </p:cNvSpPr>
          <p:nvPr>
            <p:ph type="body" sz="quarter" idx="27" hasCustomPrompt="1"/>
          </p:nvPr>
        </p:nvSpPr>
        <p:spPr>
          <a:xfrm>
            <a:off x="6070810" y="3103014"/>
            <a:ext cx="4700671" cy="1439874"/>
          </a:xfrm>
        </p:spPr>
        <p:txBody>
          <a:bodyPr>
            <a:noAutofit/>
          </a:bodyPr>
          <a:lstStyle>
            <a:lvl1pPr algn="l">
              <a:lnSpc>
                <a:spcPct val="120000"/>
              </a:lnSpc>
              <a:defRPr>
                <a:solidFill>
                  <a:schemeClr val="accent1"/>
                </a:solidFill>
              </a:defRPr>
            </a:lvl1pPr>
            <a:lvl2pPr algn="l">
              <a:lnSpc>
                <a:spcPct val="120000"/>
              </a:lnSpc>
              <a:defRPr/>
            </a:lvl2pPr>
            <a:lvl3pPr algn="l">
              <a:lnSpc>
                <a:spcPct val="120000"/>
              </a:lnSpc>
              <a:defRPr/>
            </a:lvl3pPr>
            <a:lvl4pPr algn="l">
              <a:lnSpc>
                <a:spcPct val="120000"/>
              </a:lnSpc>
              <a:defRPr/>
            </a:lvl4pPr>
            <a:lvl5pPr algn="l">
              <a:lnSpc>
                <a:spcPct val="120000"/>
              </a:lnSpc>
              <a:defRPr/>
            </a:lvl5pPr>
          </a:lstStyle>
          <a:p>
            <a:pPr lvl="0"/>
            <a:r>
              <a:rPr lang="zh-CN" altLang="en-US"/>
              <a:t>单击此处编辑版文本样式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23" name="文本占位符 2"/>
          <p:cNvSpPr>
            <a:spLocks noGrp="1"/>
          </p:cNvSpPr>
          <p:nvPr>
            <p:ph type="body" sz="quarter" idx="28" hasCustomPrompt="1"/>
          </p:nvPr>
        </p:nvSpPr>
        <p:spPr>
          <a:xfrm>
            <a:off x="6070812" y="4711330"/>
            <a:ext cx="4700671" cy="1481582"/>
          </a:xfrm>
        </p:spPr>
        <p:txBody>
          <a:bodyPr>
            <a:noAutofit/>
          </a:bodyPr>
          <a:lstStyle>
            <a:lvl1pPr algn="l">
              <a:lnSpc>
                <a:spcPct val="120000"/>
              </a:lnSpc>
              <a:defRPr>
                <a:solidFill>
                  <a:schemeClr val="accent1"/>
                </a:solidFill>
              </a:defRPr>
            </a:lvl1pPr>
            <a:lvl2pPr algn="l">
              <a:lnSpc>
                <a:spcPct val="120000"/>
              </a:lnSpc>
              <a:defRPr/>
            </a:lvl2pPr>
            <a:lvl3pPr algn="l">
              <a:lnSpc>
                <a:spcPct val="120000"/>
              </a:lnSpc>
              <a:defRPr/>
            </a:lvl3pPr>
            <a:lvl4pPr algn="l">
              <a:lnSpc>
                <a:spcPct val="120000"/>
              </a:lnSpc>
              <a:defRPr/>
            </a:lvl4pPr>
            <a:lvl5pPr algn="l">
              <a:lnSpc>
                <a:spcPct val="120000"/>
              </a:lnSpc>
              <a:defRPr/>
            </a:lvl5pPr>
          </a:lstStyle>
          <a:p>
            <a:pPr lvl="0"/>
            <a:r>
              <a:rPr lang="zh-CN" altLang="en-US"/>
              <a:t>单击此处编辑版文本样式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3" name="标题占位符 1"/>
          <p:cNvSpPr>
            <a:spLocks noGrp="1"/>
          </p:cNvSpPr>
          <p:nvPr>
            <p:ph type="title"/>
          </p:nvPr>
        </p:nvSpPr>
        <p:spPr>
          <a:xfrm>
            <a:off x="474662" y="352165"/>
            <a:ext cx="9193769" cy="381431"/>
          </a:xfrm>
          <a:prstGeom prst="rect">
            <a:avLst/>
          </a:prstGeom>
        </p:spPr>
        <p:txBody>
          <a:bodyPr/>
          <a:lstStyle/>
          <a:p>
            <a:pPr marL="0" lvl="0">
              <a:lnSpc>
                <a:spcPct val="100000"/>
              </a:lnSpc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并列-3图3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4"/>
          <p:cNvSpPr>
            <a:spLocks noGrp="1"/>
          </p:cNvSpPr>
          <p:nvPr>
            <p:ph type="sldNum" sz="quarter" idx="4"/>
          </p:nvPr>
        </p:nvSpPr>
        <p:spPr>
          <a:xfrm flipH="1">
            <a:off x="11205115" y="6489701"/>
            <a:ext cx="500524" cy="376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AED39-47C5-4F21-B93C-39BDEADD8457}" type="slidenum">
              <a:rPr lang="en-US" altLang="zh-CN" smtClean="0"/>
              <a:t>‹#›</a:t>
            </a:fld>
            <a:endParaRPr lang="zh-CN" altLang="en-US"/>
          </a:p>
        </p:txBody>
      </p:sp>
      <p:sp>
        <p:nvSpPr>
          <p:cNvPr id="31" name="内容占位符 10"/>
          <p:cNvSpPr>
            <a:spLocks noGrp="1"/>
          </p:cNvSpPr>
          <p:nvPr>
            <p:ph sz="quarter" idx="19" hasCustomPrompt="1"/>
          </p:nvPr>
        </p:nvSpPr>
        <p:spPr>
          <a:xfrm>
            <a:off x="824754" y="1792942"/>
            <a:ext cx="3239247" cy="145228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2" name="内容占位符 10"/>
          <p:cNvSpPr>
            <a:spLocks noGrp="1"/>
          </p:cNvSpPr>
          <p:nvPr>
            <p:ph sz="quarter" idx="25" hasCustomPrompt="1"/>
          </p:nvPr>
        </p:nvSpPr>
        <p:spPr>
          <a:xfrm>
            <a:off x="4482356" y="1801905"/>
            <a:ext cx="3239247" cy="145228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3" name="内容占位符 10"/>
          <p:cNvSpPr>
            <a:spLocks noGrp="1"/>
          </p:cNvSpPr>
          <p:nvPr>
            <p:ph sz="quarter" idx="26" hasCustomPrompt="1"/>
          </p:nvPr>
        </p:nvSpPr>
        <p:spPr>
          <a:xfrm>
            <a:off x="8163857" y="1783976"/>
            <a:ext cx="3239247" cy="145228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4" name="内容占位符 10"/>
          <p:cNvSpPr>
            <a:spLocks noGrp="1"/>
          </p:cNvSpPr>
          <p:nvPr>
            <p:ph sz="quarter" idx="20" hasCustomPrompt="1"/>
          </p:nvPr>
        </p:nvSpPr>
        <p:spPr>
          <a:xfrm>
            <a:off x="836707" y="3406588"/>
            <a:ext cx="3239248" cy="205291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5" name="内容占位符 10"/>
          <p:cNvSpPr>
            <a:spLocks noGrp="1"/>
          </p:cNvSpPr>
          <p:nvPr>
            <p:ph sz="quarter" idx="27" hasCustomPrompt="1"/>
          </p:nvPr>
        </p:nvSpPr>
        <p:spPr>
          <a:xfrm>
            <a:off x="4506261" y="3406588"/>
            <a:ext cx="3239248" cy="205291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6" name="内容占位符 10"/>
          <p:cNvSpPr>
            <a:spLocks noGrp="1"/>
          </p:cNvSpPr>
          <p:nvPr>
            <p:ph sz="quarter" idx="28" hasCustomPrompt="1"/>
          </p:nvPr>
        </p:nvSpPr>
        <p:spPr>
          <a:xfrm>
            <a:off x="8151904" y="3406589"/>
            <a:ext cx="3239248" cy="205291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1" name="标题占位符 1"/>
          <p:cNvSpPr>
            <a:spLocks noGrp="1"/>
          </p:cNvSpPr>
          <p:nvPr>
            <p:ph type="title"/>
          </p:nvPr>
        </p:nvSpPr>
        <p:spPr>
          <a:xfrm>
            <a:off x="474662" y="352165"/>
            <a:ext cx="9193769" cy="381431"/>
          </a:xfrm>
          <a:prstGeom prst="rect">
            <a:avLst/>
          </a:prstGeom>
        </p:spPr>
        <p:txBody>
          <a:bodyPr/>
          <a:lstStyle/>
          <a:p>
            <a:pPr marL="0" lvl="0">
              <a:lnSpc>
                <a:spcPct val="100000"/>
              </a:lnSpc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-3图一组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70089" y="329551"/>
            <a:ext cx="9210296" cy="343276"/>
          </a:xfrm>
        </p:spPr>
        <p:txBody>
          <a:bodyPr>
            <a:noAutofit/>
          </a:bodyPr>
          <a:lstStyle>
            <a:lvl1pPr>
              <a:defRPr sz="20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矩形 3"/>
          <p:cNvSpPr/>
          <p:nvPr/>
        </p:nvSpPr>
        <p:spPr>
          <a:xfrm>
            <a:off x="0" y="2"/>
            <a:ext cx="12192000" cy="28860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zh-CN" altLang="en-US" sz="1800">
              <a:latin typeface="HelveticaNeueLT Pro 55 Roman" panose="020B0604020202020204" pitchFamily="34" charset="0"/>
              <a:ea typeface="Source Han Sans CN Regular" panose="020B0500000000000000" charset="-122"/>
              <a:cs typeface="HelveticaNeueLT Pro 55 Roman" panose="020B0604020202020204" pitchFamily="34" charset="0"/>
              <a:sym typeface="HelveticaNeueLT Pro 55 Roman" panose="020B0604020202020204" pitchFamily="34" charset="0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3165286" y="481951"/>
            <a:ext cx="5087765" cy="34327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000" b="1" kern="1200" spc="0" baseline="0">
                <a:solidFill>
                  <a:schemeClr val="tx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j-cs"/>
              </a:defRPr>
            </a:lvl1pPr>
          </a:lstStyle>
          <a:p>
            <a:pPr algn="ctr"/>
            <a:r>
              <a:rPr lang="zh-CN" altLang="en-US" sz="2000">
                <a:solidFill>
                  <a:schemeClr val="bg1"/>
                </a:solidFill>
                <a:cs typeface="HelveticaNeueLT Pro 55 Roman" panose="020B0604020202020204" pitchFamily="34" charset="0"/>
              </a:rPr>
              <a:t>单击此处编辑母版标题样式</a:t>
            </a:r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4"/>
          </p:nvPr>
        </p:nvSpPr>
        <p:spPr>
          <a:xfrm flipH="1">
            <a:off x="11205115" y="6489701"/>
            <a:ext cx="500524" cy="376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AED39-47C5-4F21-B93C-39BDEADD8457}" type="slidenum">
              <a:rPr lang="en-US" altLang="zh-CN" smtClean="0"/>
              <a:t>‹#›</a:t>
            </a:fld>
            <a:endParaRPr lang="zh-CN" altLang="en-US"/>
          </a:p>
        </p:txBody>
      </p:sp>
      <p:sp>
        <p:nvSpPr>
          <p:cNvPr id="12" name="内容占位符 10"/>
          <p:cNvSpPr>
            <a:spLocks noGrp="1"/>
          </p:cNvSpPr>
          <p:nvPr>
            <p:ph sz="quarter" idx="29" hasCustomPrompt="1"/>
          </p:nvPr>
        </p:nvSpPr>
        <p:spPr>
          <a:xfrm>
            <a:off x="483381" y="3419856"/>
            <a:ext cx="3637516" cy="208483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5" name="内容占位符 10"/>
          <p:cNvSpPr>
            <a:spLocks noGrp="1"/>
          </p:cNvSpPr>
          <p:nvPr>
            <p:ph sz="quarter" idx="30" hasCustomPrompt="1"/>
          </p:nvPr>
        </p:nvSpPr>
        <p:spPr>
          <a:xfrm>
            <a:off x="4295413" y="3425952"/>
            <a:ext cx="3637516" cy="208483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6" name="内容占位符 10"/>
          <p:cNvSpPr>
            <a:spLocks noGrp="1"/>
          </p:cNvSpPr>
          <p:nvPr>
            <p:ph sz="quarter" idx="31" hasCustomPrompt="1"/>
          </p:nvPr>
        </p:nvSpPr>
        <p:spPr>
          <a:xfrm>
            <a:off x="8070869" y="3432048"/>
            <a:ext cx="3637516" cy="208483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" name="内容占位符 10"/>
          <p:cNvSpPr>
            <a:spLocks noGrp="1"/>
          </p:cNvSpPr>
          <p:nvPr>
            <p:ph sz="quarter" idx="32" hasCustomPrompt="1"/>
          </p:nvPr>
        </p:nvSpPr>
        <p:spPr>
          <a:xfrm>
            <a:off x="503701" y="993648"/>
            <a:ext cx="11197233" cy="1905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ïŝḻiďé"/>
          <p:cNvSpPr/>
          <p:nvPr/>
        </p:nvSpPr>
        <p:spPr>
          <a:xfrm flipH="1">
            <a:off x="5755423" y="1388711"/>
            <a:ext cx="587737" cy="578108"/>
          </a:xfrm>
          <a:prstGeom prst="rect">
            <a:avLst/>
          </a:prstGeom>
          <a:solidFill>
            <a:schemeClr val="accent1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400"/>
            <a:endParaRPr lang="zh-CN" altLang="en-US" sz="2800" b="1" dirty="0"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25" name="îšḻîḋé"/>
          <p:cNvSpPr/>
          <p:nvPr/>
        </p:nvSpPr>
        <p:spPr>
          <a:xfrm flipH="1">
            <a:off x="5755423" y="3019136"/>
            <a:ext cx="587737" cy="578108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bg1"/>
              </a:solidFill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26" name="ïsľïḍé"/>
          <p:cNvSpPr/>
          <p:nvPr/>
        </p:nvSpPr>
        <p:spPr>
          <a:xfrm flipH="1">
            <a:off x="5755423" y="4643751"/>
            <a:ext cx="587737" cy="578108"/>
          </a:xfrm>
          <a:prstGeom prst="rect">
            <a:avLst/>
          </a:prstGeom>
          <a:solidFill>
            <a:schemeClr val="accent1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400"/>
            <a:endParaRPr lang="zh-CN" altLang="en-US" sz="2800" b="1" dirty="0"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27" name="ïśḻiḓè"/>
          <p:cNvSpPr/>
          <p:nvPr/>
        </p:nvSpPr>
        <p:spPr>
          <a:xfrm>
            <a:off x="5999209" y="4149179"/>
            <a:ext cx="107524" cy="80643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28" name="îşḷïḓe"/>
          <p:cNvSpPr/>
          <p:nvPr/>
        </p:nvSpPr>
        <p:spPr>
          <a:xfrm>
            <a:off x="5999209" y="5813071"/>
            <a:ext cx="107524" cy="80643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29" name="iṧ1ïḍê"/>
          <p:cNvSpPr/>
          <p:nvPr/>
        </p:nvSpPr>
        <p:spPr>
          <a:xfrm>
            <a:off x="5999209" y="2485286"/>
            <a:ext cx="107524" cy="80643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30" name="图片占位符 4"/>
          <p:cNvSpPr>
            <a:spLocks noGrp="1"/>
          </p:cNvSpPr>
          <p:nvPr>
            <p:ph type="pic" sz="quarter" idx="10"/>
          </p:nvPr>
        </p:nvSpPr>
        <p:spPr>
          <a:xfrm>
            <a:off x="5829300" y="1509992"/>
            <a:ext cx="431800" cy="323850"/>
          </a:xfrm>
        </p:spPr>
        <p:txBody>
          <a:bodyPr>
            <a:noAutofit/>
          </a:bodyPr>
          <a:lstStyle/>
          <a:p>
            <a:r>
              <a:rPr lang="zh-CN" altLang="en-US"/>
              <a:t>单击图标添加图片</a:t>
            </a:r>
          </a:p>
        </p:txBody>
      </p:sp>
      <p:sp>
        <p:nvSpPr>
          <p:cNvPr id="31" name="图片占位符 4"/>
          <p:cNvSpPr>
            <a:spLocks noGrp="1"/>
          </p:cNvSpPr>
          <p:nvPr>
            <p:ph type="pic" sz="quarter" idx="11"/>
          </p:nvPr>
        </p:nvSpPr>
        <p:spPr>
          <a:xfrm>
            <a:off x="5829300" y="3157817"/>
            <a:ext cx="431800" cy="323850"/>
          </a:xfrm>
        </p:spPr>
        <p:txBody>
          <a:bodyPr>
            <a:noAutofit/>
          </a:bodyPr>
          <a:lstStyle/>
          <a:p>
            <a:r>
              <a:rPr lang="zh-CN" altLang="en-US"/>
              <a:t>单击图标添加图片</a:t>
            </a:r>
          </a:p>
        </p:txBody>
      </p:sp>
      <p:sp>
        <p:nvSpPr>
          <p:cNvPr id="32" name="图片占位符 4"/>
          <p:cNvSpPr>
            <a:spLocks noGrp="1"/>
          </p:cNvSpPr>
          <p:nvPr>
            <p:ph type="pic" sz="quarter" idx="12"/>
          </p:nvPr>
        </p:nvSpPr>
        <p:spPr>
          <a:xfrm>
            <a:off x="5842000" y="4777067"/>
            <a:ext cx="431800" cy="323850"/>
          </a:xfrm>
        </p:spPr>
        <p:txBody>
          <a:bodyPr>
            <a:noAutofit/>
          </a:bodyPr>
          <a:lstStyle/>
          <a:p>
            <a:r>
              <a:rPr lang="zh-CN" altLang="en-US"/>
              <a:t>单击图标添加图片</a:t>
            </a:r>
          </a:p>
        </p:txBody>
      </p:sp>
      <p:sp>
        <p:nvSpPr>
          <p:cNvPr id="15" name="灯片编号占位符 4"/>
          <p:cNvSpPr>
            <a:spLocks noGrp="1"/>
          </p:cNvSpPr>
          <p:nvPr>
            <p:ph type="sldNum" sz="quarter" idx="4"/>
          </p:nvPr>
        </p:nvSpPr>
        <p:spPr>
          <a:xfrm flipH="1">
            <a:off x="11205115" y="6489701"/>
            <a:ext cx="500524" cy="376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AED39-47C5-4F21-B93C-39BDEADD8457}" type="slidenum">
              <a:rPr lang="en-US" altLang="zh-CN" smtClean="0"/>
              <a:t>‹#›</a:t>
            </a:fld>
            <a:endParaRPr lang="zh-CN" altLang="en-US"/>
          </a:p>
        </p:txBody>
      </p:sp>
      <p:sp>
        <p:nvSpPr>
          <p:cNvPr id="16" name="内容占位符 10"/>
          <p:cNvSpPr>
            <a:spLocks noGrp="1"/>
          </p:cNvSpPr>
          <p:nvPr>
            <p:ph sz="quarter" idx="20" hasCustomPrompt="1"/>
          </p:nvPr>
        </p:nvSpPr>
        <p:spPr>
          <a:xfrm>
            <a:off x="6621929" y="1380565"/>
            <a:ext cx="4446495" cy="129988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" name="内容占位符 10"/>
          <p:cNvSpPr>
            <a:spLocks noGrp="1"/>
          </p:cNvSpPr>
          <p:nvPr>
            <p:ph sz="quarter" idx="28" hasCustomPrompt="1"/>
          </p:nvPr>
        </p:nvSpPr>
        <p:spPr>
          <a:xfrm>
            <a:off x="1016001" y="3021108"/>
            <a:ext cx="4446495" cy="129988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8" name="内容占位符 10"/>
          <p:cNvSpPr>
            <a:spLocks noGrp="1"/>
          </p:cNvSpPr>
          <p:nvPr>
            <p:ph sz="quarter" idx="29" hasCustomPrompt="1"/>
          </p:nvPr>
        </p:nvSpPr>
        <p:spPr>
          <a:xfrm>
            <a:off x="6621930" y="4652685"/>
            <a:ext cx="4446495" cy="129988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9" name="标题占位符 1"/>
          <p:cNvSpPr>
            <a:spLocks noGrp="1"/>
          </p:cNvSpPr>
          <p:nvPr>
            <p:ph type="title"/>
          </p:nvPr>
        </p:nvSpPr>
        <p:spPr>
          <a:xfrm>
            <a:off x="474662" y="352165"/>
            <a:ext cx="9193769" cy="381431"/>
          </a:xfrm>
          <a:prstGeom prst="rect">
            <a:avLst/>
          </a:prstGeom>
        </p:spPr>
        <p:txBody>
          <a:bodyPr/>
          <a:lstStyle/>
          <a:p>
            <a:pPr marL="0" lvl="0">
              <a:lnSpc>
                <a:spcPct val="100000"/>
              </a:lnSpc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并列-4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ïṣḷiďé"/>
          <p:cNvSpPr/>
          <p:nvPr/>
        </p:nvSpPr>
        <p:spPr>
          <a:xfrm>
            <a:off x="506620" y="2077916"/>
            <a:ext cx="2631979" cy="345776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 sz="1800"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24" name="iṥ1iḋê"/>
          <p:cNvSpPr/>
          <p:nvPr/>
        </p:nvSpPr>
        <p:spPr>
          <a:xfrm>
            <a:off x="3368661" y="2077916"/>
            <a:ext cx="2631979" cy="34577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 sz="1800"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51" name="ïṣḷiďé"/>
          <p:cNvSpPr/>
          <p:nvPr/>
        </p:nvSpPr>
        <p:spPr>
          <a:xfrm>
            <a:off x="6221272" y="2080004"/>
            <a:ext cx="2631979" cy="345567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 sz="1800"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52" name="iṥ1iḋê"/>
          <p:cNvSpPr/>
          <p:nvPr/>
        </p:nvSpPr>
        <p:spPr>
          <a:xfrm>
            <a:off x="9066612" y="2080004"/>
            <a:ext cx="2631979" cy="34577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 sz="1800"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13" name="内容占位符 2"/>
          <p:cNvSpPr>
            <a:spLocks noGrp="1"/>
          </p:cNvSpPr>
          <p:nvPr>
            <p:ph sz="quarter" idx="20" hasCustomPrompt="1"/>
          </p:nvPr>
        </p:nvSpPr>
        <p:spPr>
          <a:xfrm>
            <a:off x="520059" y="2136618"/>
            <a:ext cx="2582263" cy="3409734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defRPr sz="1800">
                <a:solidFill>
                  <a:schemeClr val="bg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bg1"/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bg1"/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bg1"/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4" name="内容占位符 2"/>
          <p:cNvSpPr>
            <a:spLocks noGrp="1"/>
          </p:cNvSpPr>
          <p:nvPr>
            <p:ph sz="quarter" idx="21" hasCustomPrompt="1"/>
          </p:nvPr>
        </p:nvSpPr>
        <p:spPr>
          <a:xfrm>
            <a:off x="3366875" y="2144166"/>
            <a:ext cx="2582263" cy="3393023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defRPr sz="180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/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6" name="内容占位符 2"/>
          <p:cNvSpPr>
            <a:spLocks noGrp="1"/>
          </p:cNvSpPr>
          <p:nvPr>
            <p:ph sz="quarter" idx="22" hasCustomPrompt="1"/>
          </p:nvPr>
        </p:nvSpPr>
        <p:spPr>
          <a:xfrm>
            <a:off x="6251918" y="2135111"/>
            <a:ext cx="2582263" cy="3546498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defRPr sz="1800">
                <a:solidFill>
                  <a:schemeClr val="bg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bg1"/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bg1"/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bg1"/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" name="内容占位符 2"/>
          <p:cNvSpPr>
            <a:spLocks noGrp="1"/>
          </p:cNvSpPr>
          <p:nvPr>
            <p:ph sz="quarter" idx="23" hasCustomPrompt="1"/>
          </p:nvPr>
        </p:nvSpPr>
        <p:spPr>
          <a:xfrm>
            <a:off x="9098734" y="2142659"/>
            <a:ext cx="2582263" cy="3393023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defRPr sz="180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/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" name="灯片编号占位符 4"/>
          <p:cNvSpPr>
            <a:spLocks noGrp="1"/>
          </p:cNvSpPr>
          <p:nvPr>
            <p:ph type="sldNum" sz="quarter" idx="4"/>
          </p:nvPr>
        </p:nvSpPr>
        <p:spPr>
          <a:xfrm flipH="1">
            <a:off x="11205115" y="6489701"/>
            <a:ext cx="500524" cy="376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AED39-47C5-4F21-B93C-39BDEADD8457}" type="slidenum">
              <a:rPr lang="en-US" altLang="zh-CN" smtClean="0"/>
              <a:t>‹#›</a:t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512312" y="-802888"/>
            <a:ext cx="12192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>
              <a:lnSpc>
                <a:spcPct val="120000"/>
              </a:lnSpc>
              <a:spcBef>
                <a:spcPts val="500"/>
              </a:spcBef>
            </a:pPr>
            <a:endParaRPr lang="zh-CN" altLang="en-US" sz="1100">
              <a:latin typeface="+mn-ea"/>
              <a:cs typeface="HelveticaNeueLT Pro 55 Roman" panose="020B0604020202020204" pitchFamily="34" charset="0"/>
            </a:endParaRPr>
          </a:p>
        </p:txBody>
      </p:sp>
      <p:sp>
        <p:nvSpPr>
          <p:cNvPr id="18" name="标题占位符 1"/>
          <p:cNvSpPr>
            <a:spLocks noGrp="1"/>
          </p:cNvSpPr>
          <p:nvPr>
            <p:ph type="title"/>
          </p:nvPr>
        </p:nvSpPr>
        <p:spPr>
          <a:xfrm>
            <a:off x="474662" y="352165"/>
            <a:ext cx="9193769" cy="381431"/>
          </a:xfrm>
          <a:prstGeom prst="rect">
            <a:avLst/>
          </a:prstGeom>
        </p:spPr>
        <p:txBody>
          <a:bodyPr/>
          <a:lstStyle/>
          <a:p>
            <a:pPr marL="0" lvl="0">
              <a:lnSpc>
                <a:spcPct val="100000"/>
              </a:lnSpc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114664" y="1735416"/>
            <a:ext cx="1978286" cy="3891661"/>
            <a:chOff x="4884630" y="1535136"/>
            <a:chExt cx="2194530" cy="4459619"/>
          </a:xfrm>
        </p:grpSpPr>
        <p:grpSp>
          <p:nvGrpSpPr>
            <p:cNvPr id="5" name="组合 4"/>
            <p:cNvGrpSpPr/>
            <p:nvPr/>
          </p:nvGrpSpPr>
          <p:grpSpPr>
            <a:xfrm>
              <a:off x="5616140" y="4531743"/>
              <a:ext cx="1463020" cy="1463012"/>
              <a:chOff x="6210321" y="3708796"/>
              <a:chExt cx="1463020" cy="1463012"/>
            </a:xfrm>
          </p:grpSpPr>
          <p:sp>
            <p:nvSpPr>
              <p:cNvPr id="15" name="椭圆 14"/>
              <p:cNvSpPr/>
              <p:nvPr/>
            </p:nvSpPr>
            <p:spPr>
              <a:xfrm>
                <a:off x="6210321" y="3708796"/>
                <a:ext cx="1463020" cy="1463012"/>
              </a:xfrm>
              <a:prstGeom prst="ellipse">
                <a:avLst/>
              </a:pr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r"/>
                <a:r>
                  <a:rPr lang="en-US" altLang="zh-CN" sz="1800" b="1" dirty="0">
                    <a:noFill/>
                    <a:ea typeface="Source Han Sans CN Regular" panose="020B0500000000000000" charset="-122"/>
                    <a:cs typeface="HelveticaNeueLT Pro 55 Roman" panose="020B0604020202020204" pitchFamily="34" charset="0"/>
                  </a:rPr>
                  <a:t>03</a:t>
                </a:r>
                <a:endParaRPr lang="zh-CN" altLang="en-US" sz="1800" b="1" dirty="0">
                  <a:noFill/>
                  <a:ea typeface="Source Han Sans CN Regular" panose="020B0500000000000000" charset="-122"/>
                  <a:cs typeface="HelveticaNeueLT Pro 55 Roman" panose="020B0604020202020204" pitchFamily="34" charset="0"/>
                </a:endParaRPr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6587163" y="4152302"/>
                <a:ext cx="576005" cy="576000"/>
              </a:xfrm>
              <a:prstGeom prst="ellipse">
                <a:avLst/>
              </a:prstGeom>
              <a:solidFill>
                <a:schemeClr val="accent4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>
                  <a:lnSpc>
                    <a:spcPct val="120000"/>
                  </a:lnSpc>
                </a:pPr>
                <a:r>
                  <a:rPr lang="en-US" altLang="zh-CN" sz="2400" b="1">
                    <a:solidFill>
                      <a:schemeClr val="bg1"/>
                    </a:solidFill>
                    <a:ea typeface="Source Han Sans CN Regular" panose="020B0500000000000000" charset="-122"/>
                    <a:cs typeface="HelveticaNeueLT Pro 55 Roman" panose="020B0604020202020204" pitchFamily="34" charset="0"/>
                  </a:rPr>
                  <a:t>4</a:t>
                </a:r>
                <a:endParaRPr lang="zh-CN" altLang="en-US" sz="2400" b="1" dirty="0">
                  <a:solidFill>
                    <a:schemeClr val="bg1"/>
                  </a:solidFill>
                  <a:ea typeface="Source Han Sans CN Regular" panose="020B0500000000000000" charset="-122"/>
                  <a:cs typeface="HelveticaNeueLT Pro 55 Roman" panose="020B0604020202020204" pitchFamily="34" charset="0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4884630" y="3530780"/>
              <a:ext cx="1463020" cy="1463012"/>
              <a:chOff x="6210321" y="3708796"/>
              <a:chExt cx="1463020" cy="1463012"/>
            </a:xfrm>
          </p:grpSpPr>
          <p:sp>
            <p:nvSpPr>
              <p:cNvPr id="13" name="椭圆 12"/>
              <p:cNvSpPr/>
              <p:nvPr/>
            </p:nvSpPr>
            <p:spPr>
              <a:xfrm>
                <a:off x="6210321" y="3708796"/>
                <a:ext cx="1463020" cy="1463012"/>
              </a:xfrm>
              <a:prstGeom prst="ellipse">
                <a:avLst/>
              </a:pr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r"/>
                <a:r>
                  <a:rPr lang="en-US" altLang="zh-CN" sz="1800" b="1" dirty="0">
                    <a:noFill/>
                    <a:ea typeface="Source Han Sans CN Regular" panose="020B0500000000000000" charset="-122"/>
                    <a:cs typeface="HelveticaNeueLT Pro 55 Roman" panose="020B0604020202020204" pitchFamily="34" charset="0"/>
                  </a:rPr>
                  <a:t>03</a:t>
                </a:r>
                <a:endParaRPr lang="zh-CN" altLang="en-US" sz="1800" b="1" dirty="0">
                  <a:noFill/>
                  <a:ea typeface="Source Han Sans CN Regular" panose="020B0500000000000000" charset="-122"/>
                  <a:cs typeface="HelveticaNeueLT Pro 55 Roman" panose="020B0604020202020204" pitchFamily="34" charset="0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6587163" y="4152302"/>
                <a:ext cx="576005" cy="576000"/>
              </a:xfrm>
              <a:prstGeom prst="ellipse">
                <a:avLst/>
              </a:prstGeom>
              <a:solidFill>
                <a:schemeClr val="accent3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>
                  <a:lnSpc>
                    <a:spcPct val="120000"/>
                  </a:lnSpc>
                </a:pPr>
                <a:r>
                  <a:rPr lang="en-US" altLang="zh-CN" sz="2400" b="1">
                    <a:solidFill>
                      <a:schemeClr val="bg1"/>
                    </a:solidFill>
                    <a:ea typeface="Source Han Sans CN Regular" panose="020B0500000000000000" charset="-122"/>
                    <a:cs typeface="HelveticaNeueLT Pro 55 Roman" panose="020B0604020202020204" pitchFamily="34" charset="0"/>
                  </a:rPr>
                  <a:t>3</a:t>
                </a:r>
                <a:endParaRPr lang="zh-CN" altLang="en-US" sz="2400" b="1" dirty="0">
                  <a:solidFill>
                    <a:schemeClr val="bg1"/>
                  </a:solidFill>
                  <a:ea typeface="Source Han Sans CN Regular" panose="020B0500000000000000" charset="-122"/>
                  <a:cs typeface="HelveticaNeueLT Pro 55 Roman" panose="020B0604020202020204" pitchFamily="34" charset="0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5616140" y="2488396"/>
              <a:ext cx="1463020" cy="1463012"/>
              <a:chOff x="2687342" y="2369995"/>
              <a:chExt cx="1463020" cy="1463012"/>
            </a:xfrm>
          </p:grpSpPr>
          <p:sp>
            <p:nvSpPr>
              <p:cNvPr id="11" name="椭圆 10"/>
              <p:cNvSpPr/>
              <p:nvPr/>
            </p:nvSpPr>
            <p:spPr>
              <a:xfrm>
                <a:off x="2687342" y="2369995"/>
                <a:ext cx="1463020" cy="1463012"/>
              </a:xfrm>
              <a:prstGeom prst="ellipse">
                <a:avLst/>
              </a:pr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r"/>
                <a:r>
                  <a:rPr lang="en-US" altLang="zh-CN" sz="1800" b="1" dirty="0">
                    <a:noFill/>
                    <a:ea typeface="Source Han Sans CN Regular" panose="020B0500000000000000" charset="-122"/>
                    <a:cs typeface="HelveticaNeueLT Pro 55 Roman" panose="020B0604020202020204" pitchFamily="34" charset="0"/>
                  </a:rPr>
                  <a:t>02</a:t>
                </a:r>
                <a:endParaRPr lang="zh-CN" altLang="en-US" sz="1800" b="1" dirty="0">
                  <a:noFill/>
                  <a:ea typeface="Source Han Sans CN Regular" panose="020B0500000000000000" charset="-122"/>
                  <a:cs typeface="HelveticaNeueLT Pro 55 Roman" panose="020B0604020202020204" pitchFamily="34" charset="0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3130850" y="2813501"/>
                <a:ext cx="576005" cy="576000"/>
              </a:xfrm>
              <a:prstGeom prst="ellipse">
                <a:avLst/>
              </a:prstGeom>
              <a:solidFill>
                <a:schemeClr val="accent2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>
                  <a:lnSpc>
                    <a:spcPct val="120000"/>
                  </a:lnSpc>
                </a:pPr>
                <a:r>
                  <a:rPr lang="en-US" altLang="zh-CN" sz="2400" b="1">
                    <a:solidFill>
                      <a:schemeClr val="bg1"/>
                    </a:solidFill>
                    <a:ea typeface="Source Han Sans CN Regular" panose="020B0500000000000000" charset="-122"/>
                    <a:cs typeface="HelveticaNeueLT Pro 55 Roman" panose="020B0604020202020204" pitchFamily="34" charset="0"/>
                  </a:rPr>
                  <a:t>2</a:t>
                </a:r>
                <a:endParaRPr lang="zh-CN" altLang="en-US" sz="2400" b="1" dirty="0">
                  <a:solidFill>
                    <a:schemeClr val="bg1"/>
                  </a:solidFill>
                  <a:ea typeface="Source Han Sans CN Regular" panose="020B0500000000000000" charset="-122"/>
                  <a:cs typeface="HelveticaNeueLT Pro 55 Roman" panose="020B0604020202020204" pitchFamily="34" charset="0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4884630" y="1535136"/>
              <a:ext cx="1463020" cy="1463012"/>
              <a:chOff x="5994420" y="1421349"/>
              <a:chExt cx="1463020" cy="1463012"/>
            </a:xfrm>
          </p:grpSpPr>
          <p:sp>
            <p:nvSpPr>
              <p:cNvPr id="9" name="椭圆 8"/>
              <p:cNvSpPr/>
              <p:nvPr/>
            </p:nvSpPr>
            <p:spPr>
              <a:xfrm>
                <a:off x="5994420" y="1421349"/>
                <a:ext cx="1463020" cy="1463012"/>
              </a:xfrm>
              <a:prstGeom prst="ellipse">
                <a:avLst/>
              </a:pr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r"/>
                <a:r>
                  <a:rPr lang="en-US" altLang="zh-CN" sz="1800" b="1" dirty="0">
                    <a:noFill/>
                    <a:ea typeface="Source Han Sans CN Regular" panose="020B0500000000000000" charset="-122"/>
                    <a:cs typeface="HelveticaNeueLT Pro 55 Roman" panose="020B0604020202020204" pitchFamily="34" charset="0"/>
                  </a:rPr>
                  <a:t>01</a:t>
                </a:r>
                <a:endParaRPr lang="zh-CN" altLang="en-US" sz="1800" b="1" dirty="0">
                  <a:noFill/>
                  <a:ea typeface="Source Han Sans CN Regular" panose="020B0500000000000000" charset="-122"/>
                  <a:cs typeface="HelveticaNeueLT Pro 55 Roman" panose="020B0604020202020204" pitchFamily="34" charset="0"/>
                </a:endParaRPr>
              </a:p>
            </p:txBody>
          </p:sp>
          <p:sp>
            <p:nvSpPr>
              <p:cNvPr id="10" name="椭圆 9"/>
              <p:cNvSpPr/>
              <p:nvPr/>
            </p:nvSpPr>
            <p:spPr>
              <a:xfrm>
                <a:off x="6437928" y="1864855"/>
                <a:ext cx="576005" cy="576000"/>
              </a:xfrm>
              <a:prstGeom prst="ellipse">
                <a:avLst/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>
                  <a:lnSpc>
                    <a:spcPct val="120000"/>
                  </a:lnSpc>
                </a:pPr>
                <a:r>
                  <a:rPr lang="en-US" altLang="zh-CN" sz="2400" b="1">
                    <a:solidFill>
                      <a:schemeClr val="bg1"/>
                    </a:solidFill>
                    <a:ea typeface="Source Han Sans CN Regular" panose="020B0500000000000000" charset="-122"/>
                    <a:cs typeface="HelveticaNeueLT Pro 55 Roman" panose="020B0604020202020204" pitchFamily="34" charset="0"/>
                  </a:rPr>
                  <a:t>1</a:t>
                </a:r>
                <a:endParaRPr lang="zh-CN" altLang="en-US" sz="2400" b="1" dirty="0">
                  <a:solidFill>
                    <a:schemeClr val="bg1"/>
                  </a:solidFill>
                  <a:ea typeface="Source Han Sans CN Regular" panose="020B0500000000000000" charset="-122"/>
                  <a:cs typeface="HelveticaNeueLT Pro 55 Roman" panose="020B0604020202020204" pitchFamily="34" charset="0"/>
                </a:endParaRPr>
              </a:p>
            </p:txBody>
          </p:sp>
        </p:grpSp>
      </p:grpSp>
      <p:sp>
        <p:nvSpPr>
          <p:cNvPr id="20" name="灯片编号占位符 4"/>
          <p:cNvSpPr>
            <a:spLocks noGrp="1"/>
          </p:cNvSpPr>
          <p:nvPr>
            <p:ph type="sldNum" sz="quarter" idx="4"/>
          </p:nvPr>
        </p:nvSpPr>
        <p:spPr>
          <a:xfrm flipH="1">
            <a:off x="11205115" y="6489701"/>
            <a:ext cx="500524" cy="376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AED39-47C5-4F21-B93C-39BDEADD8457}" type="slidenum">
              <a:rPr lang="en-US" altLang="zh-CN" smtClean="0"/>
              <a:t>‹#›</a:t>
            </a:fld>
            <a:endParaRPr lang="zh-CN" altLang="en-US"/>
          </a:p>
        </p:txBody>
      </p:sp>
      <p:sp>
        <p:nvSpPr>
          <p:cNvPr id="22" name="内容占位符 10"/>
          <p:cNvSpPr>
            <a:spLocks noGrp="1"/>
          </p:cNvSpPr>
          <p:nvPr>
            <p:ph sz="quarter" idx="28" hasCustomPrompt="1"/>
          </p:nvPr>
        </p:nvSpPr>
        <p:spPr>
          <a:xfrm>
            <a:off x="490070" y="1532965"/>
            <a:ext cx="4099860" cy="129988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3" name="内容占位符 10"/>
          <p:cNvSpPr>
            <a:spLocks noGrp="1"/>
          </p:cNvSpPr>
          <p:nvPr>
            <p:ph sz="quarter" idx="29" hasCustomPrompt="1"/>
          </p:nvPr>
        </p:nvSpPr>
        <p:spPr>
          <a:xfrm>
            <a:off x="7590113" y="2465296"/>
            <a:ext cx="4099860" cy="129988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4" name="内容占位符 10"/>
          <p:cNvSpPr>
            <a:spLocks noGrp="1"/>
          </p:cNvSpPr>
          <p:nvPr>
            <p:ph sz="quarter" idx="30" hasCustomPrompt="1"/>
          </p:nvPr>
        </p:nvSpPr>
        <p:spPr>
          <a:xfrm>
            <a:off x="490070" y="3541060"/>
            <a:ext cx="4099860" cy="129988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" name="内容占位符 10"/>
          <p:cNvSpPr>
            <a:spLocks noGrp="1"/>
          </p:cNvSpPr>
          <p:nvPr>
            <p:ph sz="quarter" idx="31" hasCustomPrompt="1"/>
          </p:nvPr>
        </p:nvSpPr>
        <p:spPr>
          <a:xfrm>
            <a:off x="7602074" y="4509249"/>
            <a:ext cx="4099860" cy="129988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5" name="标题占位符 1"/>
          <p:cNvSpPr>
            <a:spLocks noGrp="1"/>
          </p:cNvSpPr>
          <p:nvPr>
            <p:ph type="title"/>
          </p:nvPr>
        </p:nvSpPr>
        <p:spPr>
          <a:xfrm>
            <a:off x="474662" y="352165"/>
            <a:ext cx="9193769" cy="381431"/>
          </a:xfrm>
          <a:prstGeom prst="rect">
            <a:avLst/>
          </a:prstGeom>
        </p:spPr>
        <p:txBody>
          <a:bodyPr/>
          <a:lstStyle/>
          <a:p>
            <a:pPr marL="0" lvl="0">
              <a:lnSpc>
                <a:spcPct val="100000"/>
              </a:lnSpc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并列-4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4"/>
          <p:cNvSpPr>
            <a:spLocks noGrp="1"/>
          </p:cNvSpPr>
          <p:nvPr>
            <p:ph type="sldNum" sz="quarter" idx="4"/>
          </p:nvPr>
        </p:nvSpPr>
        <p:spPr>
          <a:xfrm flipH="1">
            <a:off x="11205115" y="6489701"/>
            <a:ext cx="500524" cy="376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AED39-47C5-4F21-B93C-39BDEADD8457}" type="slidenum">
              <a:rPr lang="en-US" altLang="zh-CN" smtClean="0"/>
              <a:t>‹#›</a:t>
            </a:fld>
            <a:endParaRPr lang="zh-CN" altLang="en-US"/>
          </a:p>
        </p:txBody>
      </p:sp>
      <p:sp>
        <p:nvSpPr>
          <p:cNvPr id="10" name="内容占位符 10"/>
          <p:cNvSpPr>
            <a:spLocks noGrp="1"/>
          </p:cNvSpPr>
          <p:nvPr>
            <p:ph sz="quarter" idx="28" hasCustomPrompt="1"/>
          </p:nvPr>
        </p:nvSpPr>
        <p:spPr>
          <a:xfrm>
            <a:off x="1506072" y="1546367"/>
            <a:ext cx="4386729" cy="220531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1" name="内容占位符 10"/>
          <p:cNvSpPr>
            <a:spLocks noGrp="1"/>
          </p:cNvSpPr>
          <p:nvPr>
            <p:ph sz="quarter" idx="29" hasCustomPrompt="1"/>
          </p:nvPr>
        </p:nvSpPr>
        <p:spPr>
          <a:xfrm>
            <a:off x="6143814" y="1546367"/>
            <a:ext cx="4386729" cy="220531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" name="内容占位符 10"/>
          <p:cNvSpPr>
            <a:spLocks noGrp="1"/>
          </p:cNvSpPr>
          <p:nvPr>
            <p:ph sz="quarter" idx="30" hasCustomPrompt="1"/>
          </p:nvPr>
        </p:nvSpPr>
        <p:spPr>
          <a:xfrm>
            <a:off x="1518021" y="3910295"/>
            <a:ext cx="4386729" cy="220531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3" name="内容占位符 10"/>
          <p:cNvSpPr>
            <a:spLocks noGrp="1"/>
          </p:cNvSpPr>
          <p:nvPr>
            <p:ph sz="quarter" idx="31" hasCustomPrompt="1"/>
          </p:nvPr>
        </p:nvSpPr>
        <p:spPr>
          <a:xfrm>
            <a:off x="6155764" y="3910295"/>
            <a:ext cx="4386729" cy="220531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474662" y="747581"/>
            <a:ext cx="9193769" cy="381431"/>
          </a:xfrm>
          <a:prstGeom prst="rect">
            <a:avLst/>
          </a:prstGeom>
        </p:spPr>
        <p:txBody>
          <a:bodyPr/>
          <a:lstStyle/>
          <a:p>
            <a:pPr marL="0" lvl="0">
              <a:lnSpc>
                <a:spcPct val="100000"/>
              </a:lnSpc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版式-1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12131043" y="336478"/>
            <a:ext cx="60959" cy="2659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590551" y="6193938"/>
            <a:ext cx="1102571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/>
          <p:cNvSpPr>
            <a:spLocks noGrp="1"/>
          </p:cNvSpPr>
          <p:nvPr>
            <p:ph idx="1" hasCustomPrompt="1"/>
          </p:nvPr>
        </p:nvSpPr>
        <p:spPr>
          <a:xfrm>
            <a:off x="7020837" y="2131814"/>
            <a:ext cx="4680096" cy="268356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buNone/>
              <a:defRPr sz="1400">
                <a:solidFill>
                  <a:schemeClr val="tx2"/>
                </a:solidFill>
                <a:latin typeface="+mn-ea"/>
                <a:ea typeface="+mn-ea"/>
              </a:defRPr>
            </a:lvl1pPr>
            <a:lvl2pPr>
              <a:defRPr sz="1800"/>
            </a:lvl2pPr>
            <a:lvl3pPr>
              <a:defRPr sz="1800"/>
            </a:lvl3pPr>
            <a:lvl5pPr>
              <a:lnSpc>
                <a:spcPct val="120000"/>
              </a:lnSpc>
              <a:buNone/>
              <a:defRPr sz="800">
                <a:solidFill>
                  <a:schemeClr val="accent1"/>
                </a:solidFill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15" hasCustomPrompt="1"/>
          </p:nvPr>
        </p:nvSpPr>
        <p:spPr>
          <a:xfrm>
            <a:off x="7009126" y="2451814"/>
            <a:ext cx="4691809" cy="397980"/>
          </a:xfrm>
        </p:spPr>
        <p:txBody>
          <a:bodyPr anchor="b">
            <a:noAutofit/>
          </a:bodyPr>
          <a:lstStyle>
            <a:lvl1pPr marL="0" indent="0">
              <a:lnSpc>
                <a:spcPct val="120000"/>
              </a:lnSpc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6" name="灯片编号占位符 4"/>
          <p:cNvSpPr>
            <a:spLocks noGrp="1"/>
          </p:cNvSpPr>
          <p:nvPr>
            <p:ph type="sldNum" sz="quarter" idx="4"/>
          </p:nvPr>
        </p:nvSpPr>
        <p:spPr>
          <a:xfrm flipH="1">
            <a:off x="11205115" y="6489701"/>
            <a:ext cx="500524" cy="376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AED39-47C5-4F21-B93C-39BDEADD8457}" type="slidenum">
              <a:rPr lang="en-US" altLang="zh-CN" smtClean="0"/>
              <a:t>‹#›</a:t>
            </a:fld>
            <a:endParaRPr lang="zh-CN" altLang="en-US"/>
          </a:p>
        </p:txBody>
      </p:sp>
      <p:sp>
        <p:nvSpPr>
          <p:cNvPr id="20" name="内容占位符 10"/>
          <p:cNvSpPr>
            <a:spLocks noGrp="1"/>
          </p:cNvSpPr>
          <p:nvPr>
            <p:ph sz="quarter" idx="20" hasCustomPrompt="1"/>
          </p:nvPr>
        </p:nvSpPr>
        <p:spPr>
          <a:xfrm>
            <a:off x="820764" y="1503164"/>
            <a:ext cx="5741401" cy="3258476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1" name="内容占位符 10"/>
          <p:cNvSpPr>
            <a:spLocks noGrp="1"/>
          </p:cNvSpPr>
          <p:nvPr>
            <p:ph sz="quarter" idx="21" hasCustomPrompt="1"/>
          </p:nvPr>
        </p:nvSpPr>
        <p:spPr>
          <a:xfrm>
            <a:off x="7012383" y="2915296"/>
            <a:ext cx="4688551" cy="294900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5" name="内容占位符 10"/>
          <p:cNvSpPr>
            <a:spLocks noGrp="1"/>
          </p:cNvSpPr>
          <p:nvPr>
            <p:ph sz="quarter" idx="25" hasCustomPrompt="1"/>
          </p:nvPr>
        </p:nvSpPr>
        <p:spPr>
          <a:xfrm>
            <a:off x="808820" y="4767622"/>
            <a:ext cx="5753345" cy="1096676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" name="标题占位符 1"/>
          <p:cNvSpPr>
            <a:spLocks noGrp="1"/>
          </p:cNvSpPr>
          <p:nvPr>
            <p:ph type="title"/>
          </p:nvPr>
        </p:nvSpPr>
        <p:spPr>
          <a:xfrm>
            <a:off x="474662" y="747581"/>
            <a:ext cx="9193769" cy="381431"/>
          </a:xfrm>
          <a:prstGeom prst="rect">
            <a:avLst/>
          </a:prstGeom>
        </p:spPr>
        <p:txBody>
          <a:bodyPr/>
          <a:lstStyle/>
          <a:p>
            <a:pPr marL="0" lvl="0">
              <a:lnSpc>
                <a:spcPct val="100000"/>
              </a:lnSpc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-两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 18"/>
          <p:cNvSpPr/>
          <p:nvPr/>
        </p:nvSpPr>
        <p:spPr>
          <a:xfrm>
            <a:off x="6723432" y="3978829"/>
            <a:ext cx="299264" cy="299264"/>
          </a:xfrm>
          <a:custGeom>
            <a:avLst/>
            <a:gdLst>
              <a:gd name="connsiteX0" fmla="*/ 267948 w 400050"/>
              <a:gd name="connsiteY0" fmla="*/ 621 h 533400"/>
              <a:gd name="connsiteX1" fmla="*/ 296523 w 400050"/>
              <a:gd name="connsiteY1" fmla="*/ 27291 h 533400"/>
              <a:gd name="connsiteX2" fmla="*/ 296523 w 400050"/>
              <a:gd name="connsiteY2" fmla="*/ 29196 h 533400"/>
              <a:gd name="connsiteX3" fmla="*/ 296523 w 400050"/>
              <a:gd name="connsiteY3" fmla="*/ 38721 h 533400"/>
              <a:gd name="connsiteX4" fmla="*/ 363198 w 400050"/>
              <a:gd name="connsiteY4" fmla="*/ 38721 h 533400"/>
              <a:gd name="connsiteX5" fmla="*/ 401298 w 400050"/>
              <a:gd name="connsiteY5" fmla="*/ 74916 h 533400"/>
              <a:gd name="connsiteX6" fmla="*/ 401298 w 400050"/>
              <a:gd name="connsiteY6" fmla="*/ 76821 h 533400"/>
              <a:gd name="connsiteX7" fmla="*/ 401298 w 400050"/>
              <a:gd name="connsiteY7" fmla="*/ 495921 h 533400"/>
              <a:gd name="connsiteX8" fmla="*/ 365103 w 400050"/>
              <a:gd name="connsiteY8" fmla="*/ 534021 h 533400"/>
              <a:gd name="connsiteX9" fmla="*/ 363198 w 400050"/>
              <a:gd name="connsiteY9" fmla="*/ 534021 h 533400"/>
              <a:gd name="connsiteX10" fmla="*/ 39348 w 400050"/>
              <a:gd name="connsiteY10" fmla="*/ 534021 h 533400"/>
              <a:gd name="connsiteX11" fmla="*/ 1248 w 400050"/>
              <a:gd name="connsiteY11" fmla="*/ 497826 h 533400"/>
              <a:gd name="connsiteX12" fmla="*/ 1248 w 400050"/>
              <a:gd name="connsiteY12" fmla="*/ 495921 h 533400"/>
              <a:gd name="connsiteX13" fmla="*/ 1248 w 400050"/>
              <a:gd name="connsiteY13" fmla="*/ 76821 h 533400"/>
              <a:gd name="connsiteX14" fmla="*/ 37443 w 400050"/>
              <a:gd name="connsiteY14" fmla="*/ 38721 h 533400"/>
              <a:gd name="connsiteX15" fmla="*/ 39348 w 400050"/>
              <a:gd name="connsiteY15" fmla="*/ 38721 h 533400"/>
              <a:gd name="connsiteX16" fmla="*/ 106023 w 400050"/>
              <a:gd name="connsiteY16" fmla="*/ 38721 h 533400"/>
              <a:gd name="connsiteX17" fmla="*/ 106023 w 400050"/>
              <a:gd name="connsiteY17" fmla="*/ 29196 h 533400"/>
              <a:gd name="connsiteX18" fmla="*/ 132693 w 400050"/>
              <a:gd name="connsiteY18" fmla="*/ 621 h 533400"/>
              <a:gd name="connsiteX19" fmla="*/ 134598 w 400050"/>
              <a:gd name="connsiteY19" fmla="*/ 621 h 533400"/>
              <a:gd name="connsiteX20" fmla="*/ 267948 w 400050"/>
              <a:gd name="connsiteY20" fmla="*/ 621 h 533400"/>
              <a:gd name="connsiteX21" fmla="*/ 106023 w 400050"/>
              <a:gd name="connsiteY21" fmla="*/ 57771 h 533400"/>
              <a:gd name="connsiteX22" fmla="*/ 39348 w 400050"/>
              <a:gd name="connsiteY22" fmla="*/ 57771 h 533400"/>
              <a:gd name="connsiteX23" fmla="*/ 20298 w 400050"/>
              <a:gd name="connsiteY23" fmla="*/ 75869 h 533400"/>
              <a:gd name="connsiteX24" fmla="*/ 20298 w 400050"/>
              <a:gd name="connsiteY24" fmla="*/ 76821 h 533400"/>
              <a:gd name="connsiteX25" fmla="*/ 20298 w 400050"/>
              <a:gd name="connsiteY25" fmla="*/ 495921 h 533400"/>
              <a:gd name="connsiteX26" fmla="*/ 38395 w 400050"/>
              <a:gd name="connsiteY26" fmla="*/ 514971 h 533400"/>
              <a:gd name="connsiteX27" fmla="*/ 39348 w 400050"/>
              <a:gd name="connsiteY27" fmla="*/ 514971 h 533400"/>
              <a:gd name="connsiteX28" fmla="*/ 363198 w 400050"/>
              <a:gd name="connsiteY28" fmla="*/ 514971 h 533400"/>
              <a:gd name="connsiteX29" fmla="*/ 382248 w 400050"/>
              <a:gd name="connsiteY29" fmla="*/ 496873 h 533400"/>
              <a:gd name="connsiteX30" fmla="*/ 382248 w 400050"/>
              <a:gd name="connsiteY30" fmla="*/ 495921 h 533400"/>
              <a:gd name="connsiteX31" fmla="*/ 382248 w 400050"/>
              <a:gd name="connsiteY31" fmla="*/ 76821 h 533400"/>
              <a:gd name="connsiteX32" fmla="*/ 364151 w 400050"/>
              <a:gd name="connsiteY32" fmla="*/ 57771 h 533400"/>
              <a:gd name="connsiteX33" fmla="*/ 363198 w 400050"/>
              <a:gd name="connsiteY33" fmla="*/ 57771 h 533400"/>
              <a:gd name="connsiteX34" fmla="*/ 296523 w 400050"/>
              <a:gd name="connsiteY34" fmla="*/ 57771 h 533400"/>
              <a:gd name="connsiteX35" fmla="*/ 296523 w 400050"/>
              <a:gd name="connsiteY35" fmla="*/ 67296 h 533400"/>
              <a:gd name="connsiteX36" fmla="*/ 269853 w 400050"/>
              <a:gd name="connsiteY36" fmla="*/ 95871 h 533400"/>
              <a:gd name="connsiteX37" fmla="*/ 267948 w 400050"/>
              <a:gd name="connsiteY37" fmla="*/ 95871 h 533400"/>
              <a:gd name="connsiteX38" fmla="*/ 134598 w 400050"/>
              <a:gd name="connsiteY38" fmla="*/ 95871 h 533400"/>
              <a:gd name="connsiteX39" fmla="*/ 106023 w 400050"/>
              <a:gd name="connsiteY39" fmla="*/ 69201 h 533400"/>
              <a:gd name="connsiteX40" fmla="*/ 106023 w 400050"/>
              <a:gd name="connsiteY40" fmla="*/ 67296 h 533400"/>
              <a:gd name="connsiteX41" fmla="*/ 106023 w 400050"/>
              <a:gd name="connsiteY41" fmla="*/ 57771 h 533400"/>
              <a:gd name="connsiteX42" fmla="*/ 201273 w 400050"/>
              <a:gd name="connsiteY42" fmla="*/ 343521 h 533400"/>
              <a:gd name="connsiteX43" fmla="*/ 201273 w 400050"/>
              <a:gd name="connsiteY43" fmla="*/ 362571 h 533400"/>
              <a:gd name="connsiteX44" fmla="*/ 86973 w 400050"/>
              <a:gd name="connsiteY44" fmla="*/ 362571 h 533400"/>
              <a:gd name="connsiteX45" fmla="*/ 86973 w 400050"/>
              <a:gd name="connsiteY45" fmla="*/ 343521 h 533400"/>
              <a:gd name="connsiteX46" fmla="*/ 201273 w 400050"/>
              <a:gd name="connsiteY46" fmla="*/ 343521 h 533400"/>
              <a:gd name="connsiteX47" fmla="*/ 315573 w 400050"/>
              <a:gd name="connsiteY47" fmla="*/ 267321 h 533400"/>
              <a:gd name="connsiteX48" fmla="*/ 315573 w 400050"/>
              <a:gd name="connsiteY48" fmla="*/ 286371 h 533400"/>
              <a:gd name="connsiteX49" fmla="*/ 86973 w 400050"/>
              <a:gd name="connsiteY49" fmla="*/ 286371 h 533400"/>
              <a:gd name="connsiteX50" fmla="*/ 86973 w 400050"/>
              <a:gd name="connsiteY50" fmla="*/ 267321 h 533400"/>
              <a:gd name="connsiteX51" fmla="*/ 315573 w 400050"/>
              <a:gd name="connsiteY51" fmla="*/ 267321 h 533400"/>
              <a:gd name="connsiteX52" fmla="*/ 315573 w 400050"/>
              <a:gd name="connsiteY52" fmla="*/ 191121 h 533400"/>
              <a:gd name="connsiteX53" fmla="*/ 315573 w 400050"/>
              <a:gd name="connsiteY53" fmla="*/ 210171 h 533400"/>
              <a:gd name="connsiteX54" fmla="*/ 86973 w 400050"/>
              <a:gd name="connsiteY54" fmla="*/ 210171 h 533400"/>
              <a:gd name="connsiteX55" fmla="*/ 86973 w 400050"/>
              <a:gd name="connsiteY55" fmla="*/ 191121 h 533400"/>
              <a:gd name="connsiteX56" fmla="*/ 315573 w 400050"/>
              <a:gd name="connsiteY56" fmla="*/ 191121 h 533400"/>
              <a:gd name="connsiteX57" fmla="*/ 267948 w 400050"/>
              <a:gd name="connsiteY57" fmla="*/ 19671 h 533400"/>
              <a:gd name="connsiteX58" fmla="*/ 134598 w 400050"/>
              <a:gd name="connsiteY58" fmla="*/ 19671 h 533400"/>
              <a:gd name="connsiteX59" fmla="*/ 125073 w 400050"/>
              <a:gd name="connsiteY59" fmla="*/ 28244 h 533400"/>
              <a:gd name="connsiteX60" fmla="*/ 125073 w 400050"/>
              <a:gd name="connsiteY60" fmla="*/ 29196 h 533400"/>
              <a:gd name="connsiteX61" fmla="*/ 125073 w 400050"/>
              <a:gd name="connsiteY61" fmla="*/ 67296 h 533400"/>
              <a:gd name="connsiteX62" fmla="*/ 133645 w 400050"/>
              <a:gd name="connsiteY62" fmla="*/ 76821 h 533400"/>
              <a:gd name="connsiteX63" fmla="*/ 134598 w 400050"/>
              <a:gd name="connsiteY63" fmla="*/ 76821 h 533400"/>
              <a:gd name="connsiteX64" fmla="*/ 267948 w 400050"/>
              <a:gd name="connsiteY64" fmla="*/ 76821 h 533400"/>
              <a:gd name="connsiteX65" fmla="*/ 277473 w 400050"/>
              <a:gd name="connsiteY65" fmla="*/ 68248 h 533400"/>
              <a:gd name="connsiteX66" fmla="*/ 277473 w 400050"/>
              <a:gd name="connsiteY66" fmla="*/ 67296 h 533400"/>
              <a:gd name="connsiteX67" fmla="*/ 277473 w 400050"/>
              <a:gd name="connsiteY67" fmla="*/ 29196 h 533400"/>
              <a:gd name="connsiteX68" fmla="*/ 267948 w 400050"/>
              <a:gd name="connsiteY68" fmla="*/ 19671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400050" h="533400">
                <a:moveTo>
                  <a:pt x="267948" y="621"/>
                </a:moveTo>
                <a:cubicBezTo>
                  <a:pt x="283188" y="621"/>
                  <a:pt x="295570" y="12051"/>
                  <a:pt x="296523" y="27291"/>
                </a:cubicBezTo>
                <a:lnTo>
                  <a:pt x="296523" y="29196"/>
                </a:lnTo>
                <a:lnTo>
                  <a:pt x="296523" y="38721"/>
                </a:lnTo>
                <a:lnTo>
                  <a:pt x="363198" y="38721"/>
                </a:lnTo>
                <a:cubicBezTo>
                  <a:pt x="383201" y="38721"/>
                  <a:pt x="400345" y="54914"/>
                  <a:pt x="401298" y="74916"/>
                </a:cubicBezTo>
                <a:lnTo>
                  <a:pt x="401298" y="76821"/>
                </a:lnTo>
                <a:lnTo>
                  <a:pt x="401298" y="495921"/>
                </a:lnTo>
                <a:cubicBezTo>
                  <a:pt x="401298" y="515923"/>
                  <a:pt x="385105" y="533069"/>
                  <a:pt x="365103" y="534021"/>
                </a:cubicBezTo>
                <a:lnTo>
                  <a:pt x="363198" y="534021"/>
                </a:lnTo>
                <a:lnTo>
                  <a:pt x="39348" y="534021"/>
                </a:lnTo>
                <a:cubicBezTo>
                  <a:pt x="19345" y="534021"/>
                  <a:pt x="2201" y="517828"/>
                  <a:pt x="1248" y="497826"/>
                </a:cubicBezTo>
                <a:lnTo>
                  <a:pt x="1248" y="495921"/>
                </a:lnTo>
                <a:lnTo>
                  <a:pt x="1248" y="76821"/>
                </a:lnTo>
                <a:cubicBezTo>
                  <a:pt x="1248" y="56819"/>
                  <a:pt x="17441" y="39673"/>
                  <a:pt x="37443" y="38721"/>
                </a:cubicBezTo>
                <a:lnTo>
                  <a:pt x="39348" y="38721"/>
                </a:lnTo>
                <a:lnTo>
                  <a:pt x="106023" y="38721"/>
                </a:lnTo>
                <a:lnTo>
                  <a:pt x="106023" y="29196"/>
                </a:lnTo>
                <a:cubicBezTo>
                  <a:pt x="106023" y="13956"/>
                  <a:pt x="117453" y="1573"/>
                  <a:pt x="132693" y="621"/>
                </a:cubicBezTo>
                <a:lnTo>
                  <a:pt x="134598" y="621"/>
                </a:lnTo>
                <a:lnTo>
                  <a:pt x="267948" y="621"/>
                </a:lnTo>
                <a:close/>
                <a:moveTo>
                  <a:pt x="106023" y="57771"/>
                </a:moveTo>
                <a:lnTo>
                  <a:pt x="39348" y="57771"/>
                </a:lnTo>
                <a:cubicBezTo>
                  <a:pt x="28870" y="57771"/>
                  <a:pt x="21251" y="65391"/>
                  <a:pt x="20298" y="75869"/>
                </a:cubicBezTo>
                <a:lnTo>
                  <a:pt x="20298" y="76821"/>
                </a:lnTo>
                <a:lnTo>
                  <a:pt x="20298" y="495921"/>
                </a:lnTo>
                <a:cubicBezTo>
                  <a:pt x="20298" y="506398"/>
                  <a:pt x="27918" y="514019"/>
                  <a:pt x="38395" y="514971"/>
                </a:cubicBezTo>
                <a:lnTo>
                  <a:pt x="39348" y="514971"/>
                </a:lnTo>
                <a:lnTo>
                  <a:pt x="363198" y="514971"/>
                </a:lnTo>
                <a:cubicBezTo>
                  <a:pt x="373676" y="514971"/>
                  <a:pt x="381295" y="507351"/>
                  <a:pt x="382248" y="496873"/>
                </a:cubicBezTo>
                <a:lnTo>
                  <a:pt x="382248" y="495921"/>
                </a:lnTo>
                <a:lnTo>
                  <a:pt x="382248" y="76821"/>
                </a:lnTo>
                <a:cubicBezTo>
                  <a:pt x="382248" y="66344"/>
                  <a:pt x="374628" y="58723"/>
                  <a:pt x="364151" y="57771"/>
                </a:cubicBezTo>
                <a:lnTo>
                  <a:pt x="363198" y="57771"/>
                </a:lnTo>
                <a:lnTo>
                  <a:pt x="296523" y="57771"/>
                </a:lnTo>
                <a:lnTo>
                  <a:pt x="296523" y="67296"/>
                </a:lnTo>
                <a:cubicBezTo>
                  <a:pt x="296523" y="82536"/>
                  <a:pt x="285093" y="94919"/>
                  <a:pt x="269853" y="95871"/>
                </a:cubicBezTo>
                <a:lnTo>
                  <a:pt x="267948" y="95871"/>
                </a:lnTo>
                <a:lnTo>
                  <a:pt x="134598" y="95871"/>
                </a:lnTo>
                <a:cubicBezTo>
                  <a:pt x="119358" y="95871"/>
                  <a:pt x="106976" y="84441"/>
                  <a:pt x="106023" y="69201"/>
                </a:cubicBezTo>
                <a:lnTo>
                  <a:pt x="106023" y="67296"/>
                </a:lnTo>
                <a:lnTo>
                  <a:pt x="106023" y="57771"/>
                </a:lnTo>
                <a:close/>
                <a:moveTo>
                  <a:pt x="201273" y="343521"/>
                </a:moveTo>
                <a:lnTo>
                  <a:pt x="201273" y="362571"/>
                </a:lnTo>
                <a:lnTo>
                  <a:pt x="86973" y="362571"/>
                </a:lnTo>
                <a:lnTo>
                  <a:pt x="86973" y="343521"/>
                </a:lnTo>
                <a:lnTo>
                  <a:pt x="201273" y="343521"/>
                </a:lnTo>
                <a:close/>
                <a:moveTo>
                  <a:pt x="315573" y="267321"/>
                </a:moveTo>
                <a:lnTo>
                  <a:pt x="315573" y="286371"/>
                </a:lnTo>
                <a:lnTo>
                  <a:pt x="86973" y="286371"/>
                </a:lnTo>
                <a:lnTo>
                  <a:pt x="86973" y="267321"/>
                </a:lnTo>
                <a:lnTo>
                  <a:pt x="315573" y="267321"/>
                </a:lnTo>
                <a:close/>
                <a:moveTo>
                  <a:pt x="315573" y="191121"/>
                </a:moveTo>
                <a:lnTo>
                  <a:pt x="315573" y="210171"/>
                </a:lnTo>
                <a:lnTo>
                  <a:pt x="86973" y="210171"/>
                </a:lnTo>
                <a:lnTo>
                  <a:pt x="86973" y="191121"/>
                </a:lnTo>
                <a:lnTo>
                  <a:pt x="315573" y="191121"/>
                </a:lnTo>
                <a:close/>
                <a:moveTo>
                  <a:pt x="267948" y="19671"/>
                </a:moveTo>
                <a:lnTo>
                  <a:pt x="134598" y="19671"/>
                </a:lnTo>
                <a:cubicBezTo>
                  <a:pt x="129836" y="19671"/>
                  <a:pt x="126026" y="23481"/>
                  <a:pt x="125073" y="28244"/>
                </a:cubicBezTo>
                <a:lnTo>
                  <a:pt x="125073" y="29196"/>
                </a:lnTo>
                <a:lnTo>
                  <a:pt x="125073" y="67296"/>
                </a:lnTo>
                <a:cubicBezTo>
                  <a:pt x="125073" y="72059"/>
                  <a:pt x="128883" y="75869"/>
                  <a:pt x="133645" y="76821"/>
                </a:cubicBezTo>
                <a:lnTo>
                  <a:pt x="134598" y="76821"/>
                </a:lnTo>
                <a:lnTo>
                  <a:pt x="267948" y="76821"/>
                </a:lnTo>
                <a:cubicBezTo>
                  <a:pt x="272711" y="76821"/>
                  <a:pt x="276520" y="73011"/>
                  <a:pt x="277473" y="68248"/>
                </a:cubicBezTo>
                <a:lnTo>
                  <a:pt x="277473" y="67296"/>
                </a:lnTo>
                <a:lnTo>
                  <a:pt x="277473" y="29196"/>
                </a:lnTo>
                <a:cubicBezTo>
                  <a:pt x="277473" y="23481"/>
                  <a:pt x="273663" y="19671"/>
                  <a:pt x="267948" y="1967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 sz="1800"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4"/>
          </p:nvPr>
        </p:nvSpPr>
        <p:spPr>
          <a:xfrm flipH="1">
            <a:off x="11205115" y="6489701"/>
            <a:ext cx="500524" cy="376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AED39-47C5-4F21-B93C-39BDEADD8457}" type="slidenum">
              <a:rPr lang="en-US" altLang="zh-CN" smtClean="0"/>
              <a:t>‹#›</a:t>
            </a:fld>
            <a:endParaRPr lang="zh-CN" alt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0" hasCustomPrompt="1"/>
          </p:nvPr>
        </p:nvSpPr>
        <p:spPr>
          <a:xfrm>
            <a:off x="928343" y="1326590"/>
            <a:ext cx="5250133" cy="349642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" name="内容占位符 10"/>
          <p:cNvSpPr>
            <a:spLocks noGrp="1"/>
          </p:cNvSpPr>
          <p:nvPr>
            <p:ph sz="quarter" idx="29" hasCustomPrompt="1"/>
          </p:nvPr>
        </p:nvSpPr>
        <p:spPr>
          <a:xfrm>
            <a:off x="6418733" y="1326777"/>
            <a:ext cx="4793127" cy="184673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3" name="内容占位符 10"/>
          <p:cNvSpPr>
            <a:spLocks noGrp="1"/>
          </p:cNvSpPr>
          <p:nvPr>
            <p:ph sz="quarter" idx="30" hasCustomPrompt="1"/>
          </p:nvPr>
        </p:nvSpPr>
        <p:spPr>
          <a:xfrm>
            <a:off x="6430685" y="3325907"/>
            <a:ext cx="4793127" cy="194534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4" name="内容占位符 10"/>
          <p:cNvSpPr>
            <a:spLocks noGrp="1"/>
          </p:cNvSpPr>
          <p:nvPr>
            <p:ph sz="quarter" idx="19" hasCustomPrompt="1"/>
          </p:nvPr>
        </p:nvSpPr>
        <p:spPr>
          <a:xfrm>
            <a:off x="892485" y="4813862"/>
            <a:ext cx="5299140" cy="46635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6" name="标题占位符 1"/>
          <p:cNvSpPr>
            <a:spLocks noGrp="1"/>
          </p:cNvSpPr>
          <p:nvPr>
            <p:ph type="title"/>
          </p:nvPr>
        </p:nvSpPr>
        <p:spPr>
          <a:xfrm>
            <a:off x="474662" y="352165"/>
            <a:ext cx="9193769" cy="381431"/>
          </a:xfrm>
          <a:prstGeom prst="rect">
            <a:avLst/>
          </a:prstGeom>
        </p:spPr>
        <p:txBody>
          <a:bodyPr/>
          <a:lstStyle/>
          <a:p>
            <a:pPr marL="0" lvl="0">
              <a:lnSpc>
                <a:spcPct val="100000"/>
              </a:lnSpc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左右-两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 18"/>
          <p:cNvSpPr/>
          <p:nvPr/>
        </p:nvSpPr>
        <p:spPr>
          <a:xfrm>
            <a:off x="6905744" y="5183787"/>
            <a:ext cx="299264" cy="299264"/>
          </a:xfrm>
          <a:custGeom>
            <a:avLst/>
            <a:gdLst>
              <a:gd name="connsiteX0" fmla="*/ 267948 w 400050"/>
              <a:gd name="connsiteY0" fmla="*/ 621 h 533400"/>
              <a:gd name="connsiteX1" fmla="*/ 296523 w 400050"/>
              <a:gd name="connsiteY1" fmla="*/ 27291 h 533400"/>
              <a:gd name="connsiteX2" fmla="*/ 296523 w 400050"/>
              <a:gd name="connsiteY2" fmla="*/ 29196 h 533400"/>
              <a:gd name="connsiteX3" fmla="*/ 296523 w 400050"/>
              <a:gd name="connsiteY3" fmla="*/ 38721 h 533400"/>
              <a:gd name="connsiteX4" fmla="*/ 363198 w 400050"/>
              <a:gd name="connsiteY4" fmla="*/ 38721 h 533400"/>
              <a:gd name="connsiteX5" fmla="*/ 401298 w 400050"/>
              <a:gd name="connsiteY5" fmla="*/ 74916 h 533400"/>
              <a:gd name="connsiteX6" fmla="*/ 401298 w 400050"/>
              <a:gd name="connsiteY6" fmla="*/ 76821 h 533400"/>
              <a:gd name="connsiteX7" fmla="*/ 401298 w 400050"/>
              <a:gd name="connsiteY7" fmla="*/ 495921 h 533400"/>
              <a:gd name="connsiteX8" fmla="*/ 365103 w 400050"/>
              <a:gd name="connsiteY8" fmla="*/ 534021 h 533400"/>
              <a:gd name="connsiteX9" fmla="*/ 363198 w 400050"/>
              <a:gd name="connsiteY9" fmla="*/ 534021 h 533400"/>
              <a:gd name="connsiteX10" fmla="*/ 39348 w 400050"/>
              <a:gd name="connsiteY10" fmla="*/ 534021 h 533400"/>
              <a:gd name="connsiteX11" fmla="*/ 1248 w 400050"/>
              <a:gd name="connsiteY11" fmla="*/ 497826 h 533400"/>
              <a:gd name="connsiteX12" fmla="*/ 1248 w 400050"/>
              <a:gd name="connsiteY12" fmla="*/ 495921 h 533400"/>
              <a:gd name="connsiteX13" fmla="*/ 1248 w 400050"/>
              <a:gd name="connsiteY13" fmla="*/ 76821 h 533400"/>
              <a:gd name="connsiteX14" fmla="*/ 37443 w 400050"/>
              <a:gd name="connsiteY14" fmla="*/ 38721 h 533400"/>
              <a:gd name="connsiteX15" fmla="*/ 39348 w 400050"/>
              <a:gd name="connsiteY15" fmla="*/ 38721 h 533400"/>
              <a:gd name="connsiteX16" fmla="*/ 106023 w 400050"/>
              <a:gd name="connsiteY16" fmla="*/ 38721 h 533400"/>
              <a:gd name="connsiteX17" fmla="*/ 106023 w 400050"/>
              <a:gd name="connsiteY17" fmla="*/ 29196 h 533400"/>
              <a:gd name="connsiteX18" fmla="*/ 132693 w 400050"/>
              <a:gd name="connsiteY18" fmla="*/ 621 h 533400"/>
              <a:gd name="connsiteX19" fmla="*/ 134598 w 400050"/>
              <a:gd name="connsiteY19" fmla="*/ 621 h 533400"/>
              <a:gd name="connsiteX20" fmla="*/ 267948 w 400050"/>
              <a:gd name="connsiteY20" fmla="*/ 621 h 533400"/>
              <a:gd name="connsiteX21" fmla="*/ 106023 w 400050"/>
              <a:gd name="connsiteY21" fmla="*/ 57771 h 533400"/>
              <a:gd name="connsiteX22" fmla="*/ 39348 w 400050"/>
              <a:gd name="connsiteY22" fmla="*/ 57771 h 533400"/>
              <a:gd name="connsiteX23" fmla="*/ 20298 w 400050"/>
              <a:gd name="connsiteY23" fmla="*/ 75869 h 533400"/>
              <a:gd name="connsiteX24" fmla="*/ 20298 w 400050"/>
              <a:gd name="connsiteY24" fmla="*/ 76821 h 533400"/>
              <a:gd name="connsiteX25" fmla="*/ 20298 w 400050"/>
              <a:gd name="connsiteY25" fmla="*/ 495921 h 533400"/>
              <a:gd name="connsiteX26" fmla="*/ 38395 w 400050"/>
              <a:gd name="connsiteY26" fmla="*/ 514971 h 533400"/>
              <a:gd name="connsiteX27" fmla="*/ 39348 w 400050"/>
              <a:gd name="connsiteY27" fmla="*/ 514971 h 533400"/>
              <a:gd name="connsiteX28" fmla="*/ 363198 w 400050"/>
              <a:gd name="connsiteY28" fmla="*/ 514971 h 533400"/>
              <a:gd name="connsiteX29" fmla="*/ 382248 w 400050"/>
              <a:gd name="connsiteY29" fmla="*/ 496873 h 533400"/>
              <a:gd name="connsiteX30" fmla="*/ 382248 w 400050"/>
              <a:gd name="connsiteY30" fmla="*/ 495921 h 533400"/>
              <a:gd name="connsiteX31" fmla="*/ 382248 w 400050"/>
              <a:gd name="connsiteY31" fmla="*/ 76821 h 533400"/>
              <a:gd name="connsiteX32" fmla="*/ 364151 w 400050"/>
              <a:gd name="connsiteY32" fmla="*/ 57771 h 533400"/>
              <a:gd name="connsiteX33" fmla="*/ 363198 w 400050"/>
              <a:gd name="connsiteY33" fmla="*/ 57771 h 533400"/>
              <a:gd name="connsiteX34" fmla="*/ 296523 w 400050"/>
              <a:gd name="connsiteY34" fmla="*/ 57771 h 533400"/>
              <a:gd name="connsiteX35" fmla="*/ 296523 w 400050"/>
              <a:gd name="connsiteY35" fmla="*/ 67296 h 533400"/>
              <a:gd name="connsiteX36" fmla="*/ 269853 w 400050"/>
              <a:gd name="connsiteY36" fmla="*/ 95871 h 533400"/>
              <a:gd name="connsiteX37" fmla="*/ 267948 w 400050"/>
              <a:gd name="connsiteY37" fmla="*/ 95871 h 533400"/>
              <a:gd name="connsiteX38" fmla="*/ 134598 w 400050"/>
              <a:gd name="connsiteY38" fmla="*/ 95871 h 533400"/>
              <a:gd name="connsiteX39" fmla="*/ 106023 w 400050"/>
              <a:gd name="connsiteY39" fmla="*/ 69201 h 533400"/>
              <a:gd name="connsiteX40" fmla="*/ 106023 w 400050"/>
              <a:gd name="connsiteY40" fmla="*/ 67296 h 533400"/>
              <a:gd name="connsiteX41" fmla="*/ 106023 w 400050"/>
              <a:gd name="connsiteY41" fmla="*/ 57771 h 533400"/>
              <a:gd name="connsiteX42" fmla="*/ 201273 w 400050"/>
              <a:gd name="connsiteY42" fmla="*/ 343521 h 533400"/>
              <a:gd name="connsiteX43" fmla="*/ 201273 w 400050"/>
              <a:gd name="connsiteY43" fmla="*/ 362571 h 533400"/>
              <a:gd name="connsiteX44" fmla="*/ 86973 w 400050"/>
              <a:gd name="connsiteY44" fmla="*/ 362571 h 533400"/>
              <a:gd name="connsiteX45" fmla="*/ 86973 w 400050"/>
              <a:gd name="connsiteY45" fmla="*/ 343521 h 533400"/>
              <a:gd name="connsiteX46" fmla="*/ 201273 w 400050"/>
              <a:gd name="connsiteY46" fmla="*/ 343521 h 533400"/>
              <a:gd name="connsiteX47" fmla="*/ 315573 w 400050"/>
              <a:gd name="connsiteY47" fmla="*/ 267321 h 533400"/>
              <a:gd name="connsiteX48" fmla="*/ 315573 w 400050"/>
              <a:gd name="connsiteY48" fmla="*/ 286371 h 533400"/>
              <a:gd name="connsiteX49" fmla="*/ 86973 w 400050"/>
              <a:gd name="connsiteY49" fmla="*/ 286371 h 533400"/>
              <a:gd name="connsiteX50" fmla="*/ 86973 w 400050"/>
              <a:gd name="connsiteY50" fmla="*/ 267321 h 533400"/>
              <a:gd name="connsiteX51" fmla="*/ 315573 w 400050"/>
              <a:gd name="connsiteY51" fmla="*/ 267321 h 533400"/>
              <a:gd name="connsiteX52" fmla="*/ 315573 w 400050"/>
              <a:gd name="connsiteY52" fmla="*/ 191121 h 533400"/>
              <a:gd name="connsiteX53" fmla="*/ 315573 w 400050"/>
              <a:gd name="connsiteY53" fmla="*/ 210171 h 533400"/>
              <a:gd name="connsiteX54" fmla="*/ 86973 w 400050"/>
              <a:gd name="connsiteY54" fmla="*/ 210171 h 533400"/>
              <a:gd name="connsiteX55" fmla="*/ 86973 w 400050"/>
              <a:gd name="connsiteY55" fmla="*/ 191121 h 533400"/>
              <a:gd name="connsiteX56" fmla="*/ 315573 w 400050"/>
              <a:gd name="connsiteY56" fmla="*/ 191121 h 533400"/>
              <a:gd name="connsiteX57" fmla="*/ 267948 w 400050"/>
              <a:gd name="connsiteY57" fmla="*/ 19671 h 533400"/>
              <a:gd name="connsiteX58" fmla="*/ 134598 w 400050"/>
              <a:gd name="connsiteY58" fmla="*/ 19671 h 533400"/>
              <a:gd name="connsiteX59" fmla="*/ 125073 w 400050"/>
              <a:gd name="connsiteY59" fmla="*/ 28244 h 533400"/>
              <a:gd name="connsiteX60" fmla="*/ 125073 w 400050"/>
              <a:gd name="connsiteY60" fmla="*/ 29196 h 533400"/>
              <a:gd name="connsiteX61" fmla="*/ 125073 w 400050"/>
              <a:gd name="connsiteY61" fmla="*/ 67296 h 533400"/>
              <a:gd name="connsiteX62" fmla="*/ 133645 w 400050"/>
              <a:gd name="connsiteY62" fmla="*/ 76821 h 533400"/>
              <a:gd name="connsiteX63" fmla="*/ 134598 w 400050"/>
              <a:gd name="connsiteY63" fmla="*/ 76821 h 533400"/>
              <a:gd name="connsiteX64" fmla="*/ 267948 w 400050"/>
              <a:gd name="connsiteY64" fmla="*/ 76821 h 533400"/>
              <a:gd name="connsiteX65" fmla="*/ 277473 w 400050"/>
              <a:gd name="connsiteY65" fmla="*/ 68248 h 533400"/>
              <a:gd name="connsiteX66" fmla="*/ 277473 w 400050"/>
              <a:gd name="connsiteY66" fmla="*/ 67296 h 533400"/>
              <a:gd name="connsiteX67" fmla="*/ 277473 w 400050"/>
              <a:gd name="connsiteY67" fmla="*/ 29196 h 533400"/>
              <a:gd name="connsiteX68" fmla="*/ 267948 w 400050"/>
              <a:gd name="connsiteY68" fmla="*/ 19671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400050" h="533400">
                <a:moveTo>
                  <a:pt x="267948" y="621"/>
                </a:moveTo>
                <a:cubicBezTo>
                  <a:pt x="283188" y="621"/>
                  <a:pt x="295570" y="12051"/>
                  <a:pt x="296523" y="27291"/>
                </a:cubicBezTo>
                <a:lnTo>
                  <a:pt x="296523" y="29196"/>
                </a:lnTo>
                <a:lnTo>
                  <a:pt x="296523" y="38721"/>
                </a:lnTo>
                <a:lnTo>
                  <a:pt x="363198" y="38721"/>
                </a:lnTo>
                <a:cubicBezTo>
                  <a:pt x="383201" y="38721"/>
                  <a:pt x="400345" y="54914"/>
                  <a:pt x="401298" y="74916"/>
                </a:cubicBezTo>
                <a:lnTo>
                  <a:pt x="401298" y="76821"/>
                </a:lnTo>
                <a:lnTo>
                  <a:pt x="401298" y="495921"/>
                </a:lnTo>
                <a:cubicBezTo>
                  <a:pt x="401298" y="515923"/>
                  <a:pt x="385105" y="533069"/>
                  <a:pt x="365103" y="534021"/>
                </a:cubicBezTo>
                <a:lnTo>
                  <a:pt x="363198" y="534021"/>
                </a:lnTo>
                <a:lnTo>
                  <a:pt x="39348" y="534021"/>
                </a:lnTo>
                <a:cubicBezTo>
                  <a:pt x="19345" y="534021"/>
                  <a:pt x="2201" y="517828"/>
                  <a:pt x="1248" y="497826"/>
                </a:cubicBezTo>
                <a:lnTo>
                  <a:pt x="1248" y="495921"/>
                </a:lnTo>
                <a:lnTo>
                  <a:pt x="1248" y="76821"/>
                </a:lnTo>
                <a:cubicBezTo>
                  <a:pt x="1248" y="56819"/>
                  <a:pt x="17441" y="39673"/>
                  <a:pt x="37443" y="38721"/>
                </a:cubicBezTo>
                <a:lnTo>
                  <a:pt x="39348" y="38721"/>
                </a:lnTo>
                <a:lnTo>
                  <a:pt x="106023" y="38721"/>
                </a:lnTo>
                <a:lnTo>
                  <a:pt x="106023" y="29196"/>
                </a:lnTo>
                <a:cubicBezTo>
                  <a:pt x="106023" y="13956"/>
                  <a:pt x="117453" y="1573"/>
                  <a:pt x="132693" y="621"/>
                </a:cubicBezTo>
                <a:lnTo>
                  <a:pt x="134598" y="621"/>
                </a:lnTo>
                <a:lnTo>
                  <a:pt x="267948" y="621"/>
                </a:lnTo>
                <a:close/>
                <a:moveTo>
                  <a:pt x="106023" y="57771"/>
                </a:moveTo>
                <a:lnTo>
                  <a:pt x="39348" y="57771"/>
                </a:lnTo>
                <a:cubicBezTo>
                  <a:pt x="28870" y="57771"/>
                  <a:pt x="21251" y="65391"/>
                  <a:pt x="20298" y="75869"/>
                </a:cubicBezTo>
                <a:lnTo>
                  <a:pt x="20298" y="76821"/>
                </a:lnTo>
                <a:lnTo>
                  <a:pt x="20298" y="495921"/>
                </a:lnTo>
                <a:cubicBezTo>
                  <a:pt x="20298" y="506398"/>
                  <a:pt x="27918" y="514019"/>
                  <a:pt x="38395" y="514971"/>
                </a:cubicBezTo>
                <a:lnTo>
                  <a:pt x="39348" y="514971"/>
                </a:lnTo>
                <a:lnTo>
                  <a:pt x="363198" y="514971"/>
                </a:lnTo>
                <a:cubicBezTo>
                  <a:pt x="373676" y="514971"/>
                  <a:pt x="381295" y="507351"/>
                  <a:pt x="382248" y="496873"/>
                </a:cubicBezTo>
                <a:lnTo>
                  <a:pt x="382248" y="495921"/>
                </a:lnTo>
                <a:lnTo>
                  <a:pt x="382248" y="76821"/>
                </a:lnTo>
                <a:cubicBezTo>
                  <a:pt x="382248" y="66344"/>
                  <a:pt x="374628" y="58723"/>
                  <a:pt x="364151" y="57771"/>
                </a:cubicBezTo>
                <a:lnTo>
                  <a:pt x="363198" y="57771"/>
                </a:lnTo>
                <a:lnTo>
                  <a:pt x="296523" y="57771"/>
                </a:lnTo>
                <a:lnTo>
                  <a:pt x="296523" y="67296"/>
                </a:lnTo>
                <a:cubicBezTo>
                  <a:pt x="296523" y="82536"/>
                  <a:pt x="285093" y="94919"/>
                  <a:pt x="269853" y="95871"/>
                </a:cubicBezTo>
                <a:lnTo>
                  <a:pt x="267948" y="95871"/>
                </a:lnTo>
                <a:lnTo>
                  <a:pt x="134598" y="95871"/>
                </a:lnTo>
                <a:cubicBezTo>
                  <a:pt x="119358" y="95871"/>
                  <a:pt x="106976" y="84441"/>
                  <a:pt x="106023" y="69201"/>
                </a:cubicBezTo>
                <a:lnTo>
                  <a:pt x="106023" y="67296"/>
                </a:lnTo>
                <a:lnTo>
                  <a:pt x="106023" y="57771"/>
                </a:lnTo>
                <a:close/>
                <a:moveTo>
                  <a:pt x="201273" y="343521"/>
                </a:moveTo>
                <a:lnTo>
                  <a:pt x="201273" y="362571"/>
                </a:lnTo>
                <a:lnTo>
                  <a:pt x="86973" y="362571"/>
                </a:lnTo>
                <a:lnTo>
                  <a:pt x="86973" y="343521"/>
                </a:lnTo>
                <a:lnTo>
                  <a:pt x="201273" y="343521"/>
                </a:lnTo>
                <a:close/>
                <a:moveTo>
                  <a:pt x="315573" y="267321"/>
                </a:moveTo>
                <a:lnTo>
                  <a:pt x="315573" y="286371"/>
                </a:lnTo>
                <a:lnTo>
                  <a:pt x="86973" y="286371"/>
                </a:lnTo>
                <a:lnTo>
                  <a:pt x="86973" y="267321"/>
                </a:lnTo>
                <a:lnTo>
                  <a:pt x="315573" y="267321"/>
                </a:lnTo>
                <a:close/>
                <a:moveTo>
                  <a:pt x="315573" y="191121"/>
                </a:moveTo>
                <a:lnTo>
                  <a:pt x="315573" y="210171"/>
                </a:lnTo>
                <a:lnTo>
                  <a:pt x="86973" y="210171"/>
                </a:lnTo>
                <a:lnTo>
                  <a:pt x="86973" y="191121"/>
                </a:lnTo>
                <a:lnTo>
                  <a:pt x="315573" y="191121"/>
                </a:lnTo>
                <a:close/>
                <a:moveTo>
                  <a:pt x="267948" y="19671"/>
                </a:moveTo>
                <a:lnTo>
                  <a:pt x="134598" y="19671"/>
                </a:lnTo>
                <a:cubicBezTo>
                  <a:pt x="129836" y="19671"/>
                  <a:pt x="126026" y="23481"/>
                  <a:pt x="125073" y="28244"/>
                </a:cubicBezTo>
                <a:lnTo>
                  <a:pt x="125073" y="29196"/>
                </a:lnTo>
                <a:lnTo>
                  <a:pt x="125073" y="67296"/>
                </a:lnTo>
                <a:cubicBezTo>
                  <a:pt x="125073" y="72059"/>
                  <a:pt x="128883" y="75869"/>
                  <a:pt x="133645" y="76821"/>
                </a:cubicBezTo>
                <a:lnTo>
                  <a:pt x="134598" y="76821"/>
                </a:lnTo>
                <a:lnTo>
                  <a:pt x="267948" y="76821"/>
                </a:lnTo>
                <a:cubicBezTo>
                  <a:pt x="272711" y="76821"/>
                  <a:pt x="276520" y="73011"/>
                  <a:pt x="277473" y="68248"/>
                </a:cubicBezTo>
                <a:lnTo>
                  <a:pt x="277473" y="67296"/>
                </a:lnTo>
                <a:lnTo>
                  <a:pt x="277473" y="29196"/>
                </a:lnTo>
                <a:cubicBezTo>
                  <a:pt x="277473" y="23481"/>
                  <a:pt x="273663" y="19671"/>
                  <a:pt x="267948" y="1967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 sz="1800"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16" name="文本占位符 7"/>
          <p:cNvSpPr>
            <a:spLocks noGrp="1"/>
          </p:cNvSpPr>
          <p:nvPr>
            <p:ph type="body" sz="quarter" idx="22" hasCustomPrompt="1"/>
          </p:nvPr>
        </p:nvSpPr>
        <p:spPr>
          <a:xfrm>
            <a:off x="6584153" y="1473023"/>
            <a:ext cx="5116780" cy="37587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ct val="120000"/>
              </a:lnSpc>
              <a:buNone/>
              <a:defRPr sz="16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4"/>
          </p:nvPr>
        </p:nvSpPr>
        <p:spPr>
          <a:xfrm flipH="1">
            <a:off x="11205115" y="6489701"/>
            <a:ext cx="500524" cy="376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AED39-47C5-4F21-B93C-39BDEADD8457}" type="slidenum">
              <a:rPr lang="en-US" altLang="zh-CN" smtClean="0"/>
              <a:t>‹#›</a:t>
            </a:fld>
            <a:endParaRPr lang="zh-CN" altLang="en-US"/>
          </a:p>
        </p:txBody>
      </p:sp>
      <p:sp>
        <p:nvSpPr>
          <p:cNvPr id="9" name="内容占位符 10"/>
          <p:cNvSpPr>
            <a:spLocks noGrp="1"/>
          </p:cNvSpPr>
          <p:nvPr>
            <p:ph sz="quarter" idx="20" hasCustomPrompt="1"/>
          </p:nvPr>
        </p:nvSpPr>
        <p:spPr>
          <a:xfrm>
            <a:off x="713189" y="1470025"/>
            <a:ext cx="5562105" cy="362192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1" name="文本占位符 2"/>
          <p:cNvSpPr>
            <a:spLocks noGrp="1"/>
          </p:cNvSpPr>
          <p:nvPr>
            <p:ph type="body" sz="quarter" idx="27" hasCustomPrompt="1"/>
          </p:nvPr>
        </p:nvSpPr>
        <p:spPr>
          <a:xfrm>
            <a:off x="699202" y="5154707"/>
            <a:ext cx="5588044" cy="340659"/>
          </a:xfrm>
        </p:spPr>
        <p:txBody>
          <a:bodyPr>
            <a:noAutofit/>
          </a:bodyPr>
          <a:lstStyle>
            <a:lvl1pPr algn="l">
              <a:lnSpc>
                <a:spcPct val="120000"/>
              </a:lnSpc>
              <a:defRPr/>
            </a:lvl1pPr>
            <a:lvl2pPr algn="l">
              <a:lnSpc>
                <a:spcPct val="120000"/>
              </a:lnSpc>
              <a:defRPr/>
            </a:lvl2pPr>
            <a:lvl3pPr algn="l">
              <a:lnSpc>
                <a:spcPct val="120000"/>
              </a:lnSpc>
              <a:defRPr/>
            </a:lvl3pPr>
            <a:lvl4pPr algn="l">
              <a:lnSpc>
                <a:spcPct val="120000"/>
              </a:lnSpc>
              <a:defRPr/>
            </a:lvl4pPr>
            <a:lvl5pPr algn="l">
              <a:lnSpc>
                <a:spcPct val="120000"/>
              </a:lnSpc>
              <a:defRPr/>
            </a:lvl5pPr>
          </a:lstStyle>
          <a:p>
            <a:pPr lvl="0"/>
            <a:r>
              <a:rPr lang="zh-CN" altLang="en-US"/>
              <a:t>单击此处编辑版文本样式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3" name="内容占位符 10"/>
          <p:cNvSpPr>
            <a:spLocks noGrp="1"/>
          </p:cNvSpPr>
          <p:nvPr>
            <p:ph sz="quarter" idx="29" hasCustomPrompt="1"/>
          </p:nvPr>
        </p:nvSpPr>
        <p:spPr>
          <a:xfrm>
            <a:off x="6574118" y="1954308"/>
            <a:ext cx="5115855" cy="160468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4" name="内容占位符 10"/>
          <p:cNvSpPr>
            <a:spLocks noGrp="1"/>
          </p:cNvSpPr>
          <p:nvPr>
            <p:ph sz="quarter" idx="30" hasCustomPrompt="1"/>
          </p:nvPr>
        </p:nvSpPr>
        <p:spPr>
          <a:xfrm>
            <a:off x="6574118" y="3621744"/>
            <a:ext cx="5115855" cy="189155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5" name="标题占位符 1"/>
          <p:cNvSpPr>
            <a:spLocks noGrp="1"/>
          </p:cNvSpPr>
          <p:nvPr>
            <p:ph type="title"/>
          </p:nvPr>
        </p:nvSpPr>
        <p:spPr>
          <a:xfrm>
            <a:off x="474662" y="352165"/>
            <a:ext cx="9193769" cy="381431"/>
          </a:xfrm>
          <a:prstGeom prst="rect">
            <a:avLst/>
          </a:prstGeom>
        </p:spPr>
        <p:txBody>
          <a:bodyPr/>
          <a:lstStyle/>
          <a:p>
            <a:pPr marL="0" lvl="0">
              <a:lnSpc>
                <a:spcPct val="100000"/>
              </a:lnSpc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圆心-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4902045" y="2524265"/>
            <a:ext cx="2485074" cy="2422792"/>
            <a:chOff x="4601134" y="2137333"/>
            <a:chExt cx="2989733" cy="2989731"/>
          </a:xfrm>
        </p:grpSpPr>
        <p:sp>
          <p:nvSpPr>
            <p:cNvPr id="6" name="弧形 5"/>
            <p:cNvSpPr/>
            <p:nvPr/>
          </p:nvSpPr>
          <p:spPr>
            <a:xfrm rot="16200000" flipH="1">
              <a:off x="4601135" y="2137332"/>
              <a:ext cx="2989731" cy="2989733"/>
            </a:xfrm>
            <a:prstGeom prst="arc">
              <a:avLst>
                <a:gd name="adj1" fmla="val 16214602"/>
                <a:gd name="adj2" fmla="val 21906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  <a:ea typeface="Source Han Sans CN Regular" panose="020B0500000000000000" charset="-122"/>
                <a:cs typeface="HelveticaNeueLT Pro 55 Roman" panose="020B0604020202020204" pitchFamily="34" charset="0"/>
              </a:endParaRPr>
            </a:p>
          </p:txBody>
        </p:sp>
        <p:sp>
          <p:nvSpPr>
            <p:cNvPr id="7" name="任意多边形 17"/>
            <p:cNvSpPr/>
            <p:nvPr/>
          </p:nvSpPr>
          <p:spPr>
            <a:xfrm>
              <a:off x="6096001" y="3632199"/>
              <a:ext cx="1408581" cy="1408582"/>
            </a:xfrm>
            <a:custGeom>
              <a:avLst/>
              <a:gdLst>
                <a:gd name="connsiteX0" fmla="*/ 0 w 1683657"/>
                <a:gd name="connsiteY0" fmla="*/ 0 h 1683658"/>
                <a:gd name="connsiteX1" fmla="*/ 1683657 w 1683657"/>
                <a:gd name="connsiteY1" fmla="*/ 0 h 1683658"/>
                <a:gd name="connsiteX2" fmla="*/ 1683657 w 1683657"/>
                <a:gd name="connsiteY2" fmla="*/ 1 h 1683658"/>
                <a:gd name="connsiteX3" fmla="*/ 0 w 1683657"/>
                <a:gd name="connsiteY3" fmla="*/ 1683658 h 1683658"/>
                <a:gd name="connsiteX4" fmla="*/ 0 w 1683657"/>
                <a:gd name="connsiteY4" fmla="*/ 0 h 1683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3657" h="1683658">
                  <a:moveTo>
                    <a:pt x="0" y="0"/>
                  </a:moveTo>
                  <a:lnTo>
                    <a:pt x="1683657" y="0"/>
                  </a:lnTo>
                  <a:lnTo>
                    <a:pt x="1683657" y="1"/>
                  </a:lnTo>
                  <a:cubicBezTo>
                    <a:pt x="1683657" y="929859"/>
                    <a:pt x="929858" y="1683658"/>
                    <a:pt x="0" y="1683658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chemeClr val="bg1">
                  <a:lumMod val="85000"/>
                </a:schemeClr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  <a:ea typeface="Source Han Sans CN Regular" panose="020B0500000000000000" charset="-122"/>
                <a:cs typeface="HelveticaNeueLT Pro 55 Roman" panose="020B0604020202020204" pitchFamily="34" charset="0"/>
              </a:endParaRPr>
            </a:p>
          </p:txBody>
        </p:sp>
        <p:sp>
          <p:nvSpPr>
            <p:cNvPr id="8" name="任意多边形 16"/>
            <p:cNvSpPr/>
            <p:nvPr/>
          </p:nvSpPr>
          <p:spPr>
            <a:xfrm>
              <a:off x="6096001" y="2223619"/>
              <a:ext cx="1408581" cy="1408580"/>
            </a:xfrm>
            <a:custGeom>
              <a:avLst/>
              <a:gdLst>
                <a:gd name="connsiteX0" fmla="*/ 0 w 1683657"/>
                <a:gd name="connsiteY0" fmla="*/ 0 h 1683656"/>
                <a:gd name="connsiteX1" fmla="*/ 1674964 w 1683657"/>
                <a:gd name="connsiteY1" fmla="*/ 1511513 h 1683656"/>
                <a:gd name="connsiteX2" fmla="*/ 1683657 w 1683657"/>
                <a:gd name="connsiteY2" fmla="*/ 1683656 h 1683656"/>
                <a:gd name="connsiteX3" fmla="*/ 0 w 1683657"/>
                <a:gd name="connsiteY3" fmla="*/ 1683656 h 1683656"/>
                <a:gd name="connsiteX4" fmla="*/ 0 w 1683657"/>
                <a:gd name="connsiteY4" fmla="*/ 0 h 1683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3657" h="1683656">
                  <a:moveTo>
                    <a:pt x="0" y="0"/>
                  </a:moveTo>
                  <a:cubicBezTo>
                    <a:pt x="871742" y="0"/>
                    <a:pt x="1588745" y="662519"/>
                    <a:pt x="1674964" y="1511513"/>
                  </a:cubicBezTo>
                  <a:lnTo>
                    <a:pt x="1683657" y="1683656"/>
                  </a:lnTo>
                  <a:lnTo>
                    <a:pt x="0" y="168365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chemeClr val="bg1">
                  <a:lumMod val="85000"/>
                </a:schemeClr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  <a:ea typeface="Source Han Sans CN Regular" panose="020B0500000000000000" charset="-122"/>
                <a:cs typeface="HelveticaNeueLT Pro 55 Roman" panose="020B0604020202020204" pitchFamily="34" charset="0"/>
              </a:endParaRPr>
            </a:p>
          </p:txBody>
        </p:sp>
        <p:sp>
          <p:nvSpPr>
            <p:cNvPr id="9" name="任意多边形 21"/>
            <p:cNvSpPr/>
            <p:nvPr/>
          </p:nvSpPr>
          <p:spPr>
            <a:xfrm flipH="1">
              <a:off x="4637373" y="3632199"/>
              <a:ext cx="1458624" cy="1458626"/>
            </a:xfrm>
            <a:custGeom>
              <a:avLst/>
              <a:gdLst>
                <a:gd name="connsiteX0" fmla="*/ 0 w 1683657"/>
                <a:gd name="connsiteY0" fmla="*/ 0 h 1683658"/>
                <a:gd name="connsiteX1" fmla="*/ 1683657 w 1683657"/>
                <a:gd name="connsiteY1" fmla="*/ 0 h 1683658"/>
                <a:gd name="connsiteX2" fmla="*/ 1683657 w 1683657"/>
                <a:gd name="connsiteY2" fmla="*/ 1 h 1683658"/>
                <a:gd name="connsiteX3" fmla="*/ 0 w 1683657"/>
                <a:gd name="connsiteY3" fmla="*/ 1683658 h 1683658"/>
                <a:gd name="connsiteX4" fmla="*/ 0 w 1683657"/>
                <a:gd name="connsiteY4" fmla="*/ 0 h 1683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3657" h="1683658">
                  <a:moveTo>
                    <a:pt x="0" y="0"/>
                  </a:moveTo>
                  <a:lnTo>
                    <a:pt x="1683657" y="0"/>
                  </a:lnTo>
                  <a:lnTo>
                    <a:pt x="1683657" y="1"/>
                  </a:lnTo>
                  <a:cubicBezTo>
                    <a:pt x="1683657" y="929859"/>
                    <a:pt x="929858" y="1683658"/>
                    <a:pt x="0" y="168365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12700" cap="rnd">
              <a:solidFill>
                <a:schemeClr val="accent1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  <a:ea typeface="Source Han Sans CN Regular" panose="020B0500000000000000" charset="-122"/>
                <a:cs typeface="HelveticaNeueLT Pro 55 Roman" panose="020B0604020202020204" pitchFamily="34" charset="0"/>
              </a:endParaRPr>
            </a:p>
          </p:txBody>
        </p:sp>
        <p:sp>
          <p:nvSpPr>
            <p:cNvPr id="10" name="任意多边形 22"/>
            <p:cNvSpPr/>
            <p:nvPr/>
          </p:nvSpPr>
          <p:spPr>
            <a:xfrm flipH="1">
              <a:off x="4687418" y="2223619"/>
              <a:ext cx="1408581" cy="1408580"/>
            </a:xfrm>
            <a:custGeom>
              <a:avLst/>
              <a:gdLst>
                <a:gd name="connsiteX0" fmla="*/ 0 w 1683657"/>
                <a:gd name="connsiteY0" fmla="*/ 0 h 1683656"/>
                <a:gd name="connsiteX1" fmla="*/ 1674964 w 1683657"/>
                <a:gd name="connsiteY1" fmla="*/ 1511513 h 1683656"/>
                <a:gd name="connsiteX2" fmla="*/ 1683657 w 1683657"/>
                <a:gd name="connsiteY2" fmla="*/ 1683656 h 1683656"/>
                <a:gd name="connsiteX3" fmla="*/ 0 w 1683657"/>
                <a:gd name="connsiteY3" fmla="*/ 1683656 h 1683656"/>
                <a:gd name="connsiteX4" fmla="*/ 0 w 1683657"/>
                <a:gd name="connsiteY4" fmla="*/ 0 h 1683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3657" h="1683656">
                  <a:moveTo>
                    <a:pt x="0" y="0"/>
                  </a:moveTo>
                  <a:cubicBezTo>
                    <a:pt x="871742" y="0"/>
                    <a:pt x="1588745" y="662519"/>
                    <a:pt x="1674964" y="1511513"/>
                  </a:cubicBezTo>
                  <a:lnTo>
                    <a:pt x="1683657" y="1683656"/>
                  </a:lnTo>
                  <a:lnTo>
                    <a:pt x="0" y="168365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chemeClr val="bg1">
                  <a:lumMod val="85000"/>
                </a:schemeClr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  <a:ea typeface="Source Han Sans CN Regular" panose="020B0500000000000000" charset="-122"/>
                <a:cs typeface="HelveticaNeueLT Pro 55 Roman" panose="020B0604020202020204" pitchFamily="34" charset="0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5198502" y="2612657"/>
              <a:ext cx="637348" cy="873533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algn="ctr"/>
              <a:r>
                <a:rPr lang="en-US" altLang="zh-CN" sz="4000" dirty="0">
                  <a:ea typeface="Source Han Sans CN Regular" panose="020B0500000000000000" charset="-122"/>
                  <a:cs typeface="HelveticaNeueLT Pro 55 Roman" panose="020B0604020202020204" pitchFamily="34" charset="0"/>
                </a:rPr>
                <a:t>S</a:t>
              </a:r>
              <a:endParaRPr lang="zh-CN" altLang="en-US" sz="4000" dirty="0">
                <a:ea typeface="Source Han Sans CN Regular" panose="020B0500000000000000" charset="-122"/>
                <a:cs typeface="HelveticaNeueLT Pro 55 Roman" panose="020B0604020202020204" pitchFamily="34" charset="0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265760" y="2661115"/>
              <a:ext cx="813400" cy="873533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algn="ctr"/>
              <a:r>
                <a:rPr lang="en-US" altLang="zh-CN" sz="4000" dirty="0">
                  <a:ea typeface="Source Han Sans CN Regular" panose="020B0500000000000000" charset="-122"/>
                  <a:cs typeface="HelveticaNeueLT Pro 55 Roman" panose="020B0604020202020204" pitchFamily="34" charset="0"/>
                </a:rPr>
                <a:t>W</a:t>
              </a:r>
              <a:endParaRPr lang="zh-CN" altLang="en-US" sz="4000" dirty="0">
                <a:ea typeface="Source Han Sans CN Regular" panose="020B0500000000000000" charset="-122"/>
                <a:cs typeface="HelveticaNeueLT Pro 55 Roman" panose="020B0604020202020204" pitchFamily="34" charset="0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174969" y="3753204"/>
              <a:ext cx="708559" cy="873533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algn="ctr"/>
              <a:r>
                <a:rPr lang="en-US" altLang="zh-CN" sz="4000" dirty="0">
                  <a:solidFill>
                    <a:schemeClr val="bg1"/>
                  </a:solidFill>
                  <a:ea typeface="Source Han Sans CN Regular" panose="020B0500000000000000" charset="-122"/>
                  <a:cs typeface="HelveticaNeueLT Pro 55 Roman" panose="020B0604020202020204" pitchFamily="34" charset="0"/>
                </a:rPr>
                <a:t>O</a:t>
              </a:r>
              <a:endParaRPr lang="zh-CN" altLang="en-US" sz="4000" dirty="0">
                <a:solidFill>
                  <a:schemeClr val="bg1"/>
                </a:solidFill>
                <a:ea typeface="Source Han Sans CN Regular" panose="020B0500000000000000" charset="-122"/>
                <a:cs typeface="HelveticaNeueLT Pro 55 Roman" panose="020B0604020202020204" pitchFamily="34" charset="0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376538" y="3753204"/>
              <a:ext cx="591850" cy="873533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algn="ctr"/>
              <a:r>
                <a:rPr lang="en-US" altLang="zh-CN" sz="4000" dirty="0">
                  <a:ea typeface="Source Han Sans CN Regular" panose="020B0500000000000000" charset="-122"/>
                  <a:cs typeface="HelveticaNeueLT Pro 55 Roman" panose="020B0604020202020204" pitchFamily="34" charset="0"/>
                </a:rPr>
                <a:t>T</a:t>
              </a:r>
              <a:endParaRPr lang="zh-CN" altLang="en-US" sz="4000" dirty="0">
                <a:ea typeface="Source Han Sans CN Regular" panose="020B0500000000000000" charset="-122"/>
                <a:cs typeface="HelveticaNeueLT Pro 55 Roman" panose="020B0604020202020204" pitchFamily="34" charset="0"/>
              </a:endParaRPr>
            </a:p>
          </p:txBody>
        </p:sp>
      </p:grpSp>
      <p:sp>
        <p:nvSpPr>
          <p:cNvPr id="17" name="灯片编号占位符 4"/>
          <p:cNvSpPr>
            <a:spLocks noGrp="1"/>
          </p:cNvSpPr>
          <p:nvPr>
            <p:ph type="sldNum" sz="quarter" idx="4"/>
          </p:nvPr>
        </p:nvSpPr>
        <p:spPr>
          <a:xfrm flipH="1">
            <a:off x="11205115" y="6489701"/>
            <a:ext cx="500524" cy="376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AED39-47C5-4F21-B93C-39BDEADD8457}" type="slidenum">
              <a:rPr lang="en-US" altLang="zh-CN" smtClean="0"/>
              <a:t>‹#›</a:t>
            </a:fld>
            <a:endParaRPr lang="zh-CN" altLang="en-US"/>
          </a:p>
        </p:txBody>
      </p:sp>
      <p:sp>
        <p:nvSpPr>
          <p:cNvPr id="18" name="内容占位符 10"/>
          <p:cNvSpPr>
            <a:spLocks noGrp="1"/>
          </p:cNvSpPr>
          <p:nvPr>
            <p:ph sz="quarter" idx="20" hasCustomPrompt="1"/>
          </p:nvPr>
        </p:nvSpPr>
        <p:spPr>
          <a:xfrm>
            <a:off x="609601" y="2220915"/>
            <a:ext cx="3789083" cy="1500095"/>
          </a:xfrm>
        </p:spPr>
        <p:txBody>
          <a:bodyPr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9" name="内容占位符 10"/>
          <p:cNvSpPr>
            <a:spLocks noGrp="1"/>
          </p:cNvSpPr>
          <p:nvPr>
            <p:ph sz="quarter" idx="21" hasCustomPrompt="1"/>
          </p:nvPr>
        </p:nvSpPr>
        <p:spPr>
          <a:xfrm>
            <a:off x="621556" y="3897310"/>
            <a:ext cx="3789083" cy="1500095"/>
          </a:xfrm>
        </p:spPr>
        <p:txBody>
          <a:bodyPr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" name="内容占位符 10"/>
          <p:cNvSpPr>
            <a:spLocks noGrp="1"/>
          </p:cNvSpPr>
          <p:nvPr>
            <p:ph sz="quarter" idx="22" hasCustomPrompt="1"/>
          </p:nvPr>
        </p:nvSpPr>
        <p:spPr>
          <a:xfrm>
            <a:off x="7757456" y="2220913"/>
            <a:ext cx="3789083" cy="1500095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1" name="内容占位符 10"/>
          <p:cNvSpPr>
            <a:spLocks noGrp="1"/>
          </p:cNvSpPr>
          <p:nvPr>
            <p:ph sz="quarter" idx="23" hasCustomPrompt="1"/>
          </p:nvPr>
        </p:nvSpPr>
        <p:spPr>
          <a:xfrm>
            <a:off x="7769411" y="3897308"/>
            <a:ext cx="3789083" cy="1500095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3" name="标题占位符 1"/>
          <p:cNvSpPr>
            <a:spLocks noGrp="1"/>
          </p:cNvSpPr>
          <p:nvPr>
            <p:ph type="title"/>
          </p:nvPr>
        </p:nvSpPr>
        <p:spPr>
          <a:xfrm>
            <a:off x="474662" y="352165"/>
            <a:ext cx="9193769" cy="381431"/>
          </a:xfrm>
          <a:prstGeom prst="rect">
            <a:avLst/>
          </a:prstGeom>
        </p:spPr>
        <p:txBody>
          <a:bodyPr/>
          <a:lstStyle/>
          <a:p>
            <a:pPr marL="0" lvl="0">
              <a:lnSpc>
                <a:spcPct val="100000"/>
              </a:lnSpc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圆心-对比1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ṩḻíḓè"/>
          <p:cNvSpPr txBox="1"/>
          <p:nvPr/>
        </p:nvSpPr>
        <p:spPr>
          <a:xfrm>
            <a:off x="6014507" y="3272184"/>
            <a:ext cx="860856" cy="1166055"/>
          </a:xfrm>
          <a:custGeom>
            <a:avLst/>
            <a:gdLst/>
            <a:ahLst/>
            <a:cxnLst/>
            <a:rect l="l" t="t" r="r" b="b"/>
            <a:pathLst>
              <a:path w="547962" h="780860">
                <a:moveTo>
                  <a:pt x="282415" y="0"/>
                </a:moveTo>
                <a:cubicBezTo>
                  <a:pt x="362587" y="0"/>
                  <a:pt x="441126" y="20134"/>
                  <a:pt x="518033" y="60401"/>
                </a:cubicBezTo>
                <a:lnTo>
                  <a:pt x="440764" y="210588"/>
                </a:lnTo>
                <a:cubicBezTo>
                  <a:pt x="398575" y="177576"/>
                  <a:pt x="356020" y="161070"/>
                  <a:pt x="313100" y="161070"/>
                </a:cubicBezTo>
                <a:cubicBezTo>
                  <a:pt x="292371" y="161070"/>
                  <a:pt x="273822" y="166350"/>
                  <a:pt x="257452" y="176910"/>
                </a:cubicBezTo>
                <a:cubicBezTo>
                  <a:pt x="238906" y="188926"/>
                  <a:pt x="229632" y="204948"/>
                  <a:pt x="229632" y="224974"/>
                </a:cubicBezTo>
                <a:cubicBezTo>
                  <a:pt x="229632" y="244631"/>
                  <a:pt x="241805" y="261559"/>
                  <a:pt x="266150" y="275758"/>
                </a:cubicBezTo>
                <a:cubicBezTo>
                  <a:pt x="277056" y="282317"/>
                  <a:pt x="309762" y="293605"/>
                  <a:pt x="364268" y="309623"/>
                </a:cubicBezTo>
                <a:cubicBezTo>
                  <a:pt x="432587" y="329598"/>
                  <a:pt x="481280" y="357928"/>
                  <a:pt x="510347" y="394613"/>
                </a:cubicBezTo>
                <a:cubicBezTo>
                  <a:pt x="535424" y="425845"/>
                  <a:pt x="547962" y="465977"/>
                  <a:pt x="547962" y="515007"/>
                </a:cubicBezTo>
                <a:cubicBezTo>
                  <a:pt x="547962" y="640667"/>
                  <a:pt x="492821" y="722565"/>
                  <a:pt x="382539" y="760701"/>
                </a:cubicBezTo>
                <a:cubicBezTo>
                  <a:pt x="344086" y="774140"/>
                  <a:pt x="302730" y="780860"/>
                  <a:pt x="258472" y="780860"/>
                </a:cubicBezTo>
                <a:cubicBezTo>
                  <a:pt x="165604" y="780860"/>
                  <a:pt x="79446" y="752745"/>
                  <a:pt x="0" y="696516"/>
                </a:cubicBezTo>
                <a:lnTo>
                  <a:pt x="82711" y="540888"/>
                </a:lnTo>
                <a:cubicBezTo>
                  <a:pt x="140873" y="593490"/>
                  <a:pt x="197762" y="619791"/>
                  <a:pt x="253379" y="619791"/>
                </a:cubicBezTo>
                <a:cubicBezTo>
                  <a:pt x="278461" y="619791"/>
                  <a:pt x="299729" y="613927"/>
                  <a:pt x="317181" y="602199"/>
                </a:cubicBezTo>
                <a:cubicBezTo>
                  <a:pt x="337536" y="589009"/>
                  <a:pt x="347713" y="570321"/>
                  <a:pt x="347713" y="546134"/>
                </a:cubicBezTo>
                <a:cubicBezTo>
                  <a:pt x="347713" y="524147"/>
                  <a:pt x="336448" y="505825"/>
                  <a:pt x="313916" y="491166"/>
                </a:cubicBezTo>
                <a:cubicBezTo>
                  <a:pt x="297201" y="480170"/>
                  <a:pt x="269038" y="468992"/>
                  <a:pt x="229428" y="457633"/>
                </a:cubicBezTo>
                <a:cubicBezTo>
                  <a:pt x="181463" y="443502"/>
                  <a:pt x="151303" y="433719"/>
                  <a:pt x="138946" y="428283"/>
                </a:cubicBezTo>
                <a:cubicBezTo>
                  <a:pt x="119322" y="419950"/>
                  <a:pt x="102607" y="410167"/>
                  <a:pt x="88799" y="398933"/>
                </a:cubicBezTo>
                <a:cubicBezTo>
                  <a:pt x="49189" y="366323"/>
                  <a:pt x="29384" y="317046"/>
                  <a:pt x="29384" y="251102"/>
                </a:cubicBezTo>
                <a:cubicBezTo>
                  <a:pt x="29384" y="182255"/>
                  <a:pt x="49880" y="125187"/>
                  <a:pt x="90873" y="79897"/>
                </a:cubicBezTo>
                <a:cubicBezTo>
                  <a:pt x="138759" y="26633"/>
                  <a:pt x="202606" y="0"/>
                  <a:pt x="282415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endParaRPr lang="zh-CN" altLang="en-US" sz="11500" spc="-300" dirty="0"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11" name="ïş1iḋe"/>
          <p:cNvSpPr txBox="1"/>
          <p:nvPr/>
        </p:nvSpPr>
        <p:spPr>
          <a:xfrm>
            <a:off x="5175536" y="3272185"/>
            <a:ext cx="1286960" cy="1166056"/>
          </a:xfrm>
          <a:custGeom>
            <a:avLst/>
            <a:gdLst/>
            <a:ahLst/>
            <a:cxnLst/>
            <a:rect l="l" t="t" r="r" b="b"/>
            <a:pathLst>
              <a:path w="779227" h="742768">
                <a:moveTo>
                  <a:pt x="0" y="0"/>
                </a:moveTo>
                <a:lnTo>
                  <a:pt x="210043" y="0"/>
                </a:lnTo>
                <a:lnTo>
                  <a:pt x="389069" y="451646"/>
                </a:lnTo>
                <a:lnTo>
                  <a:pt x="569728" y="0"/>
                </a:lnTo>
                <a:lnTo>
                  <a:pt x="779227" y="0"/>
                </a:lnTo>
                <a:lnTo>
                  <a:pt x="462530" y="742768"/>
                </a:lnTo>
                <a:lnTo>
                  <a:pt x="312344" y="742768"/>
                </a:lnTo>
                <a:close/>
              </a:path>
            </a:pathLst>
          </a:custGeom>
          <a:solidFill>
            <a:schemeClr val="accent1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ctr" defTabSz="914400">
              <a:defRPr sz="14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sz="1800" dirty="0"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6" name="îśḻidê"/>
          <p:cNvSpPr/>
          <p:nvPr/>
        </p:nvSpPr>
        <p:spPr>
          <a:xfrm>
            <a:off x="615317" y="2462357"/>
            <a:ext cx="3824970" cy="94608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endParaRPr lang="zh-CN" altLang="en-US" sz="1400" b="1" dirty="0">
              <a:solidFill>
                <a:schemeClr val="bg1"/>
              </a:solidFill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7" name="îşļiḋè"/>
          <p:cNvSpPr/>
          <p:nvPr/>
        </p:nvSpPr>
        <p:spPr>
          <a:xfrm>
            <a:off x="7255524" y="2462357"/>
            <a:ext cx="3824970" cy="94608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endParaRPr lang="zh-CN" altLang="en-US" sz="1400" b="1" dirty="0">
              <a:solidFill>
                <a:schemeClr val="bg1"/>
              </a:solidFill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4"/>
          </p:nvPr>
        </p:nvSpPr>
        <p:spPr>
          <a:xfrm flipH="1">
            <a:off x="11205115" y="6489701"/>
            <a:ext cx="500524" cy="376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AED39-47C5-4F21-B93C-39BDEADD8457}" type="slidenum">
              <a:rPr lang="en-US" altLang="zh-CN" smtClean="0"/>
              <a:t>‹#›</a:t>
            </a:fld>
            <a:endParaRPr lang="zh-CN" altLang="en-US"/>
          </a:p>
        </p:txBody>
      </p:sp>
      <p:sp>
        <p:nvSpPr>
          <p:cNvPr id="12" name="内容占位符 10"/>
          <p:cNvSpPr>
            <a:spLocks noGrp="1"/>
          </p:cNvSpPr>
          <p:nvPr>
            <p:ph sz="quarter" idx="23" hasCustomPrompt="1"/>
          </p:nvPr>
        </p:nvSpPr>
        <p:spPr>
          <a:xfrm>
            <a:off x="595120" y="2650556"/>
            <a:ext cx="4319380" cy="2228090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3" name="内容占位符 10"/>
          <p:cNvSpPr>
            <a:spLocks noGrp="1"/>
          </p:cNvSpPr>
          <p:nvPr>
            <p:ph sz="quarter" idx="24" hasCustomPrompt="1"/>
          </p:nvPr>
        </p:nvSpPr>
        <p:spPr>
          <a:xfrm>
            <a:off x="7227850" y="2650558"/>
            <a:ext cx="4319380" cy="2228090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5" name="标题占位符 1"/>
          <p:cNvSpPr>
            <a:spLocks noGrp="1"/>
          </p:cNvSpPr>
          <p:nvPr>
            <p:ph type="title"/>
          </p:nvPr>
        </p:nvSpPr>
        <p:spPr>
          <a:xfrm>
            <a:off x="474662" y="352165"/>
            <a:ext cx="9193769" cy="381431"/>
          </a:xfrm>
          <a:prstGeom prst="rect">
            <a:avLst/>
          </a:prstGeom>
        </p:spPr>
        <p:txBody>
          <a:bodyPr/>
          <a:lstStyle/>
          <a:p>
            <a:pPr marL="0" lvl="0">
              <a:lnSpc>
                <a:spcPct val="100000"/>
              </a:lnSpc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直接连接符 38"/>
          <p:cNvCxnSpPr/>
          <p:nvPr/>
        </p:nvCxnSpPr>
        <p:spPr>
          <a:xfrm>
            <a:off x="590551" y="6416675"/>
            <a:ext cx="1102571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圆角矩形 1"/>
          <p:cNvSpPr/>
          <p:nvPr/>
        </p:nvSpPr>
        <p:spPr>
          <a:xfrm>
            <a:off x="682544" y="3628029"/>
            <a:ext cx="582711" cy="576640"/>
          </a:xfrm>
          <a:prstGeom prst="roundRect">
            <a:avLst>
              <a:gd name="adj" fmla="val 13503"/>
            </a:avLst>
          </a:prstGeom>
          <a:solidFill>
            <a:schemeClr val="accent1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4400"/>
            <a:endParaRPr lang="zh-CN" altLang="en-US" sz="1100" b="1" dirty="0">
              <a:solidFill>
                <a:schemeClr val="bg1"/>
              </a:solidFill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12" name="任意多边形 2"/>
          <p:cNvSpPr/>
          <p:nvPr/>
        </p:nvSpPr>
        <p:spPr bwMode="auto">
          <a:xfrm>
            <a:off x="829406" y="3759022"/>
            <a:ext cx="288923" cy="291207"/>
          </a:xfrm>
          <a:custGeom>
            <a:avLst/>
            <a:gdLst>
              <a:gd name="connsiteX0" fmla="*/ 257175 w 514350"/>
              <a:gd name="connsiteY0" fmla="*/ 266700 h 523875"/>
              <a:gd name="connsiteX1" fmla="*/ 390525 w 514350"/>
              <a:gd name="connsiteY1" fmla="*/ 133350 h 523875"/>
              <a:gd name="connsiteX2" fmla="*/ 257175 w 514350"/>
              <a:gd name="connsiteY2" fmla="*/ 0 h 523875"/>
              <a:gd name="connsiteX3" fmla="*/ 123825 w 514350"/>
              <a:gd name="connsiteY3" fmla="*/ 133350 h 523875"/>
              <a:gd name="connsiteX4" fmla="*/ 257175 w 514350"/>
              <a:gd name="connsiteY4" fmla="*/ 266700 h 523875"/>
              <a:gd name="connsiteX5" fmla="*/ 438150 w 514350"/>
              <a:gd name="connsiteY5" fmla="*/ 333375 h 523875"/>
              <a:gd name="connsiteX6" fmla="*/ 76200 w 514350"/>
              <a:gd name="connsiteY6" fmla="*/ 333375 h 523875"/>
              <a:gd name="connsiteX7" fmla="*/ 0 w 514350"/>
              <a:gd name="connsiteY7" fmla="*/ 409575 h 523875"/>
              <a:gd name="connsiteX8" fmla="*/ 0 w 514350"/>
              <a:gd name="connsiteY8" fmla="*/ 523875 h 523875"/>
              <a:gd name="connsiteX9" fmla="*/ 514350 w 514350"/>
              <a:gd name="connsiteY9" fmla="*/ 523875 h 523875"/>
              <a:gd name="connsiteX10" fmla="*/ 514350 w 514350"/>
              <a:gd name="connsiteY10" fmla="*/ 409575 h 523875"/>
              <a:gd name="connsiteX11" fmla="*/ 438150 w 514350"/>
              <a:gd name="connsiteY11" fmla="*/ 333375 h 523875"/>
              <a:gd name="connsiteX12" fmla="*/ 447675 w 514350"/>
              <a:gd name="connsiteY12" fmla="*/ 457200 h 523875"/>
              <a:gd name="connsiteX13" fmla="*/ 333375 w 514350"/>
              <a:gd name="connsiteY13" fmla="*/ 457200 h 523875"/>
              <a:gd name="connsiteX14" fmla="*/ 333375 w 514350"/>
              <a:gd name="connsiteY14" fmla="*/ 438150 h 523875"/>
              <a:gd name="connsiteX15" fmla="*/ 447675 w 514350"/>
              <a:gd name="connsiteY15" fmla="*/ 438150 h 523875"/>
              <a:gd name="connsiteX16" fmla="*/ 447675 w 514350"/>
              <a:gd name="connsiteY16" fmla="*/ 457200 h 523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4350" h="523875">
                <a:moveTo>
                  <a:pt x="257175" y="266700"/>
                </a:moveTo>
                <a:cubicBezTo>
                  <a:pt x="330518" y="266700"/>
                  <a:pt x="390525" y="206693"/>
                  <a:pt x="390525" y="133350"/>
                </a:cubicBezTo>
                <a:cubicBezTo>
                  <a:pt x="390525" y="60008"/>
                  <a:pt x="330518" y="0"/>
                  <a:pt x="257175" y="0"/>
                </a:cubicBezTo>
                <a:cubicBezTo>
                  <a:pt x="183833" y="0"/>
                  <a:pt x="123825" y="60008"/>
                  <a:pt x="123825" y="133350"/>
                </a:cubicBezTo>
                <a:cubicBezTo>
                  <a:pt x="123825" y="206693"/>
                  <a:pt x="183833" y="266700"/>
                  <a:pt x="257175" y="266700"/>
                </a:cubicBezTo>
                <a:close/>
                <a:moveTo>
                  <a:pt x="438150" y="333375"/>
                </a:moveTo>
                <a:lnTo>
                  <a:pt x="76200" y="333375"/>
                </a:lnTo>
                <a:cubicBezTo>
                  <a:pt x="34290" y="333375"/>
                  <a:pt x="0" y="367665"/>
                  <a:pt x="0" y="409575"/>
                </a:cubicBezTo>
                <a:lnTo>
                  <a:pt x="0" y="523875"/>
                </a:lnTo>
                <a:lnTo>
                  <a:pt x="514350" y="523875"/>
                </a:lnTo>
                <a:lnTo>
                  <a:pt x="514350" y="409575"/>
                </a:lnTo>
                <a:cubicBezTo>
                  <a:pt x="514350" y="367665"/>
                  <a:pt x="480060" y="333375"/>
                  <a:pt x="438150" y="333375"/>
                </a:cubicBezTo>
                <a:close/>
                <a:moveTo>
                  <a:pt x="447675" y="457200"/>
                </a:moveTo>
                <a:lnTo>
                  <a:pt x="333375" y="457200"/>
                </a:lnTo>
                <a:lnTo>
                  <a:pt x="333375" y="438150"/>
                </a:lnTo>
                <a:lnTo>
                  <a:pt x="447675" y="438150"/>
                </a:lnTo>
                <a:lnTo>
                  <a:pt x="447675" y="4572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3" name="圆角矩形 3"/>
          <p:cNvSpPr/>
          <p:nvPr/>
        </p:nvSpPr>
        <p:spPr>
          <a:xfrm>
            <a:off x="2580123" y="1731324"/>
            <a:ext cx="4155857" cy="1332804"/>
          </a:xfrm>
          <a:prstGeom prst="roundRect">
            <a:avLst>
              <a:gd name="adj" fmla="val 9460"/>
            </a:avLst>
          </a:prstGeom>
          <a:solidFill>
            <a:schemeClr val="bg2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endParaRPr lang="zh-CN" altLang="en-US" sz="1100" b="1" dirty="0">
              <a:solidFill>
                <a:schemeClr val="bg1"/>
              </a:solidFill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cxnSp>
        <p:nvCxnSpPr>
          <p:cNvPr id="19" name="曲线连接符 33"/>
          <p:cNvCxnSpPr>
            <a:stCxn id="13" idx="1"/>
            <a:endCxn id="11" idx="3"/>
          </p:cNvCxnSpPr>
          <p:nvPr/>
        </p:nvCxnSpPr>
        <p:spPr>
          <a:xfrm rot="10800000" flipV="1">
            <a:off x="1265255" y="2397725"/>
            <a:ext cx="1314868" cy="1518623"/>
          </a:xfrm>
          <a:prstGeom prst="curvedConnector3">
            <a:avLst/>
          </a:prstGeom>
          <a:ln w="127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曲线连接符 35"/>
          <p:cNvCxnSpPr>
            <a:endCxn id="11" idx="3"/>
          </p:cNvCxnSpPr>
          <p:nvPr/>
        </p:nvCxnSpPr>
        <p:spPr>
          <a:xfrm rot="10800000">
            <a:off x="1265255" y="3916349"/>
            <a:ext cx="1546148" cy="1298482"/>
          </a:xfrm>
          <a:prstGeom prst="curvedConnector3">
            <a:avLst/>
          </a:prstGeom>
          <a:ln w="127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曲线连接符 37"/>
          <p:cNvCxnSpPr>
            <a:endCxn id="11" idx="3"/>
          </p:cNvCxnSpPr>
          <p:nvPr/>
        </p:nvCxnSpPr>
        <p:spPr>
          <a:xfrm rot="10800000">
            <a:off x="1265256" y="3916349"/>
            <a:ext cx="1542597" cy="4"/>
          </a:xfrm>
          <a:prstGeom prst="curvedConnector3">
            <a:avLst/>
          </a:prstGeom>
          <a:ln w="127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6005899" y="2418689"/>
            <a:ext cx="498888" cy="0"/>
          </a:xfrm>
          <a:prstGeom prst="straightConnector1">
            <a:avLst/>
          </a:prstGeom>
          <a:ln w="12700" cap="rnd">
            <a:solidFill>
              <a:schemeClr val="bg1">
                <a:lumMod val="95000"/>
              </a:schemeClr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>
            <a:off x="6005899" y="3717172"/>
            <a:ext cx="498888" cy="0"/>
          </a:xfrm>
          <a:prstGeom prst="straightConnector1">
            <a:avLst/>
          </a:prstGeom>
          <a:ln w="12700" cap="rnd">
            <a:solidFill>
              <a:schemeClr val="bg1">
                <a:lumMod val="95000"/>
              </a:schemeClr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>
            <a:off x="6005899" y="5084234"/>
            <a:ext cx="498888" cy="0"/>
          </a:xfrm>
          <a:prstGeom prst="straightConnector1">
            <a:avLst/>
          </a:prstGeom>
          <a:ln w="12700" cap="rnd">
            <a:solidFill>
              <a:schemeClr val="bg1">
                <a:lumMod val="95000"/>
              </a:schemeClr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2580122" y="2240865"/>
            <a:ext cx="0" cy="218491"/>
          </a:xfrm>
          <a:prstGeom prst="line">
            <a:avLst/>
          </a:prstGeom>
          <a:ln w="508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圆角矩形 3"/>
          <p:cNvSpPr/>
          <p:nvPr/>
        </p:nvSpPr>
        <p:spPr>
          <a:xfrm>
            <a:off x="2568168" y="3184050"/>
            <a:ext cx="4155857" cy="1332804"/>
          </a:xfrm>
          <a:prstGeom prst="roundRect">
            <a:avLst>
              <a:gd name="adj" fmla="val 9460"/>
            </a:avLst>
          </a:prstGeom>
          <a:solidFill>
            <a:schemeClr val="bg2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endParaRPr lang="zh-CN" altLang="en-US" sz="1100" b="1" dirty="0">
              <a:solidFill>
                <a:schemeClr val="bg1"/>
              </a:solidFill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cxnSp>
        <p:nvCxnSpPr>
          <p:cNvPr id="51" name="直接连接符 50"/>
          <p:cNvCxnSpPr/>
          <p:nvPr/>
        </p:nvCxnSpPr>
        <p:spPr>
          <a:xfrm>
            <a:off x="2568167" y="3793174"/>
            <a:ext cx="0" cy="218491"/>
          </a:xfrm>
          <a:prstGeom prst="line">
            <a:avLst/>
          </a:prstGeom>
          <a:ln w="50800" cap="rnd">
            <a:solidFill>
              <a:schemeClr val="accent3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圆角矩形 3"/>
          <p:cNvSpPr/>
          <p:nvPr/>
        </p:nvSpPr>
        <p:spPr>
          <a:xfrm>
            <a:off x="2563385" y="4636785"/>
            <a:ext cx="4155857" cy="1332804"/>
          </a:xfrm>
          <a:prstGeom prst="roundRect">
            <a:avLst>
              <a:gd name="adj" fmla="val 9460"/>
            </a:avLst>
          </a:prstGeom>
          <a:solidFill>
            <a:schemeClr val="bg2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endParaRPr lang="zh-CN" altLang="en-US" sz="1100" b="1" dirty="0">
              <a:solidFill>
                <a:schemeClr val="bg1"/>
              </a:solidFill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cxnSp>
        <p:nvCxnSpPr>
          <p:cNvPr id="55" name="直接连接符 54"/>
          <p:cNvCxnSpPr/>
          <p:nvPr/>
        </p:nvCxnSpPr>
        <p:spPr>
          <a:xfrm>
            <a:off x="2563385" y="5146326"/>
            <a:ext cx="0" cy="218491"/>
          </a:xfrm>
          <a:prstGeom prst="line">
            <a:avLst/>
          </a:prstGeom>
          <a:ln w="50800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文本占位符 2"/>
          <p:cNvSpPr>
            <a:spLocks noGrp="1"/>
          </p:cNvSpPr>
          <p:nvPr>
            <p:ph type="body" sz="quarter" idx="20" hasCustomPrompt="1"/>
          </p:nvPr>
        </p:nvSpPr>
        <p:spPr>
          <a:xfrm>
            <a:off x="2612035" y="1771280"/>
            <a:ext cx="4103217" cy="1240326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defRPr sz="1600"/>
            </a:lvl1pPr>
            <a:lvl2pPr>
              <a:lnSpc>
                <a:spcPct val="120000"/>
              </a:lnSpc>
              <a:defRPr sz="1400"/>
            </a:lvl2pPr>
            <a:lvl3pPr>
              <a:lnSpc>
                <a:spcPct val="120000"/>
              </a:lnSpc>
              <a:defRPr sz="1200"/>
            </a:lvl3pPr>
            <a:lvl4pPr>
              <a:lnSpc>
                <a:spcPct val="120000"/>
              </a:lnSpc>
              <a:defRPr sz="1100"/>
            </a:lvl4pPr>
            <a:lvl5pPr>
              <a:lnSpc>
                <a:spcPct val="120000"/>
              </a:lnSpc>
              <a:defRPr sz="1000"/>
            </a:lvl5pPr>
          </a:lstStyle>
          <a:p>
            <a:pPr lvl="0"/>
            <a:r>
              <a:rPr lang="zh-CN" altLang="en-US"/>
              <a:t>单击此处编辑版文本样式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13" name="文本占位符 2"/>
          <p:cNvSpPr>
            <a:spLocks noGrp="1"/>
          </p:cNvSpPr>
          <p:nvPr>
            <p:ph type="body" sz="quarter" idx="21" hasCustomPrompt="1"/>
          </p:nvPr>
        </p:nvSpPr>
        <p:spPr>
          <a:xfrm>
            <a:off x="2610028" y="3227371"/>
            <a:ext cx="4103217" cy="1240326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defRPr sz="1600"/>
            </a:lvl1pPr>
            <a:lvl2pPr>
              <a:lnSpc>
                <a:spcPct val="120000"/>
              </a:lnSpc>
              <a:defRPr sz="1400"/>
            </a:lvl2pPr>
            <a:lvl3pPr>
              <a:lnSpc>
                <a:spcPct val="120000"/>
              </a:lnSpc>
              <a:defRPr sz="1200"/>
            </a:lvl3pPr>
            <a:lvl4pPr>
              <a:lnSpc>
                <a:spcPct val="120000"/>
              </a:lnSpc>
              <a:defRPr sz="1100"/>
            </a:lvl4pPr>
            <a:lvl5pPr>
              <a:lnSpc>
                <a:spcPct val="120000"/>
              </a:lnSpc>
              <a:defRPr sz="1000"/>
            </a:lvl5pPr>
          </a:lstStyle>
          <a:p>
            <a:pPr lvl="0"/>
            <a:r>
              <a:rPr lang="zh-CN" altLang="en-US"/>
              <a:t>单击此处编辑版文本样式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14" name="文本占位符 2"/>
          <p:cNvSpPr>
            <a:spLocks noGrp="1"/>
          </p:cNvSpPr>
          <p:nvPr>
            <p:ph type="body" sz="quarter" idx="22" hasCustomPrompt="1"/>
          </p:nvPr>
        </p:nvSpPr>
        <p:spPr>
          <a:xfrm>
            <a:off x="2608016" y="4683459"/>
            <a:ext cx="4103217" cy="1240326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defRPr sz="1600"/>
            </a:lvl1pPr>
            <a:lvl2pPr>
              <a:lnSpc>
                <a:spcPct val="120000"/>
              </a:lnSpc>
              <a:defRPr sz="1400"/>
            </a:lvl2pPr>
            <a:lvl3pPr>
              <a:lnSpc>
                <a:spcPct val="120000"/>
              </a:lnSpc>
              <a:defRPr sz="1200"/>
            </a:lvl3pPr>
            <a:lvl4pPr>
              <a:lnSpc>
                <a:spcPct val="120000"/>
              </a:lnSpc>
              <a:defRPr sz="1100"/>
            </a:lvl4pPr>
            <a:lvl5pPr>
              <a:lnSpc>
                <a:spcPct val="120000"/>
              </a:lnSpc>
              <a:defRPr sz="1000"/>
            </a:lvl5pPr>
          </a:lstStyle>
          <a:p>
            <a:pPr lvl="0"/>
            <a:r>
              <a:rPr lang="zh-CN" altLang="en-US"/>
              <a:t>单击此处编辑版文本样式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15" name="圆角矩形 3"/>
          <p:cNvSpPr/>
          <p:nvPr/>
        </p:nvSpPr>
        <p:spPr>
          <a:xfrm>
            <a:off x="7292643" y="1738874"/>
            <a:ext cx="4155857" cy="1332804"/>
          </a:xfrm>
          <a:prstGeom prst="roundRect">
            <a:avLst>
              <a:gd name="adj" fmla="val 9460"/>
            </a:avLst>
          </a:prstGeom>
          <a:solidFill>
            <a:schemeClr val="bg2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endParaRPr lang="zh-CN" altLang="en-US" sz="1100" b="1" dirty="0">
              <a:solidFill>
                <a:schemeClr val="bg1"/>
              </a:solidFill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cxnSp>
        <p:nvCxnSpPr>
          <p:cNvPr id="116" name="直接箭头连接符 115"/>
          <p:cNvCxnSpPr/>
          <p:nvPr/>
        </p:nvCxnSpPr>
        <p:spPr>
          <a:xfrm>
            <a:off x="10718420" y="2426239"/>
            <a:ext cx="498888" cy="0"/>
          </a:xfrm>
          <a:prstGeom prst="straightConnector1">
            <a:avLst/>
          </a:prstGeom>
          <a:ln w="12700" cap="rnd">
            <a:solidFill>
              <a:schemeClr val="bg1">
                <a:lumMod val="95000"/>
              </a:schemeClr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116"/>
          <p:cNvCxnSpPr/>
          <p:nvPr/>
        </p:nvCxnSpPr>
        <p:spPr>
          <a:xfrm>
            <a:off x="10718420" y="3724722"/>
            <a:ext cx="498888" cy="0"/>
          </a:xfrm>
          <a:prstGeom prst="straightConnector1">
            <a:avLst/>
          </a:prstGeom>
          <a:ln w="12700" cap="rnd">
            <a:solidFill>
              <a:schemeClr val="bg1">
                <a:lumMod val="95000"/>
              </a:schemeClr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/>
          <p:cNvCxnSpPr/>
          <p:nvPr/>
        </p:nvCxnSpPr>
        <p:spPr>
          <a:xfrm>
            <a:off x="10718420" y="5091784"/>
            <a:ext cx="498888" cy="0"/>
          </a:xfrm>
          <a:prstGeom prst="straightConnector1">
            <a:avLst/>
          </a:prstGeom>
          <a:ln w="12700" cap="rnd">
            <a:solidFill>
              <a:schemeClr val="bg1">
                <a:lumMod val="95000"/>
              </a:schemeClr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连接符 118"/>
          <p:cNvCxnSpPr/>
          <p:nvPr/>
        </p:nvCxnSpPr>
        <p:spPr>
          <a:xfrm>
            <a:off x="7292643" y="2248415"/>
            <a:ext cx="0" cy="218491"/>
          </a:xfrm>
          <a:prstGeom prst="line">
            <a:avLst/>
          </a:prstGeom>
          <a:ln w="508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圆角矩形 3"/>
          <p:cNvSpPr/>
          <p:nvPr/>
        </p:nvSpPr>
        <p:spPr>
          <a:xfrm>
            <a:off x="7280689" y="3191600"/>
            <a:ext cx="4155857" cy="1332804"/>
          </a:xfrm>
          <a:prstGeom prst="roundRect">
            <a:avLst>
              <a:gd name="adj" fmla="val 9460"/>
            </a:avLst>
          </a:prstGeom>
          <a:solidFill>
            <a:schemeClr val="bg2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endParaRPr lang="zh-CN" altLang="en-US" sz="1100" b="1" dirty="0">
              <a:solidFill>
                <a:schemeClr val="bg1"/>
              </a:solidFill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cxnSp>
        <p:nvCxnSpPr>
          <p:cNvPr id="121" name="直接连接符 120"/>
          <p:cNvCxnSpPr/>
          <p:nvPr/>
        </p:nvCxnSpPr>
        <p:spPr>
          <a:xfrm>
            <a:off x="7280688" y="3800724"/>
            <a:ext cx="0" cy="218491"/>
          </a:xfrm>
          <a:prstGeom prst="line">
            <a:avLst/>
          </a:prstGeom>
          <a:ln w="50800" cap="rnd">
            <a:solidFill>
              <a:schemeClr val="accent5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圆角矩形 3"/>
          <p:cNvSpPr/>
          <p:nvPr/>
        </p:nvSpPr>
        <p:spPr>
          <a:xfrm>
            <a:off x="7275906" y="4644335"/>
            <a:ext cx="4155857" cy="1332804"/>
          </a:xfrm>
          <a:prstGeom prst="roundRect">
            <a:avLst>
              <a:gd name="adj" fmla="val 9460"/>
            </a:avLst>
          </a:prstGeom>
          <a:solidFill>
            <a:schemeClr val="bg2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endParaRPr lang="zh-CN" altLang="en-US" sz="1100" b="1" dirty="0">
              <a:solidFill>
                <a:schemeClr val="bg1"/>
              </a:solidFill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cxnSp>
        <p:nvCxnSpPr>
          <p:cNvPr id="123" name="直接连接符 122"/>
          <p:cNvCxnSpPr/>
          <p:nvPr/>
        </p:nvCxnSpPr>
        <p:spPr>
          <a:xfrm>
            <a:off x="7275905" y="5153876"/>
            <a:ext cx="0" cy="218491"/>
          </a:xfrm>
          <a:prstGeom prst="line">
            <a:avLst/>
          </a:prstGeom>
          <a:ln w="50800" cap="rnd">
            <a:solidFill>
              <a:schemeClr val="accent4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文本占位符 2"/>
          <p:cNvSpPr>
            <a:spLocks noGrp="1"/>
          </p:cNvSpPr>
          <p:nvPr>
            <p:ph type="body" sz="quarter" idx="23" hasCustomPrompt="1"/>
          </p:nvPr>
        </p:nvSpPr>
        <p:spPr>
          <a:xfrm>
            <a:off x="7324556" y="1778830"/>
            <a:ext cx="4103217" cy="1240326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defRPr sz="1600"/>
            </a:lvl1pPr>
            <a:lvl2pPr>
              <a:lnSpc>
                <a:spcPct val="120000"/>
              </a:lnSpc>
              <a:defRPr sz="1400"/>
            </a:lvl2pPr>
            <a:lvl3pPr>
              <a:lnSpc>
                <a:spcPct val="120000"/>
              </a:lnSpc>
              <a:defRPr sz="1200"/>
            </a:lvl3pPr>
            <a:lvl4pPr>
              <a:lnSpc>
                <a:spcPct val="120000"/>
              </a:lnSpc>
              <a:defRPr sz="1100"/>
            </a:lvl4pPr>
            <a:lvl5pPr>
              <a:lnSpc>
                <a:spcPct val="120000"/>
              </a:lnSpc>
              <a:defRPr sz="1000"/>
            </a:lvl5pPr>
          </a:lstStyle>
          <a:p>
            <a:pPr lvl="0"/>
            <a:r>
              <a:rPr lang="zh-CN" altLang="en-US"/>
              <a:t>单击此处编辑版文本样式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25" name="文本占位符 2"/>
          <p:cNvSpPr>
            <a:spLocks noGrp="1"/>
          </p:cNvSpPr>
          <p:nvPr>
            <p:ph type="body" sz="quarter" idx="24" hasCustomPrompt="1"/>
          </p:nvPr>
        </p:nvSpPr>
        <p:spPr>
          <a:xfrm>
            <a:off x="7322549" y="3234921"/>
            <a:ext cx="4103217" cy="1240326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defRPr sz="1600"/>
            </a:lvl1pPr>
            <a:lvl2pPr>
              <a:lnSpc>
                <a:spcPct val="120000"/>
              </a:lnSpc>
              <a:defRPr sz="1400"/>
            </a:lvl2pPr>
            <a:lvl3pPr>
              <a:lnSpc>
                <a:spcPct val="120000"/>
              </a:lnSpc>
              <a:defRPr sz="1200"/>
            </a:lvl3pPr>
            <a:lvl4pPr>
              <a:lnSpc>
                <a:spcPct val="120000"/>
              </a:lnSpc>
              <a:defRPr sz="1100"/>
            </a:lvl4pPr>
            <a:lvl5pPr>
              <a:lnSpc>
                <a:spcPct val="120000"/>
              </a:lnSpc>
              <a:defRPr sz="1000"/>
            </a:lvl5pPr>
          </a:lstStyle>
          <a:p>
            <a:pPr lvl="0"/>
            <a:r>
              <a:rPr lang="zh-CN" altLang="en-US"/>
              <a:t>单击此处编辑版文本样式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26" name="文本占位符 2"/>
          <p:cNvSpPr>
            <a:spLocks noGrp="1"/>
          </p:cNvSpPr>
          <p:nvPr>
            <p:ph type="body" sz="quarter" idx="25" hasCustomPrompt="1"/>
          </p:nvPr>
        </p:nvSpPr>
        <p:spPr>
          <a:xfrm>
            <a:off x="7320537" y="4691009"/>
            <a:ext cx="4103217" cy="1240326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defRPr sz="1600"/>
            </a:lvl1pPr>
            <a:lvl2pPr>
              <a:lnSpc>
                <a:spcPct val="120000"/>
              </a:lnSpc>
              <a:defRPr sz="1400"/>
            </a:lvl2pPr>
            <a:lvl3pPr>
              <a:lnSpc>
                <a:spcPct val="120000"/>
              </a:lnSpc>
              <a:defRPr sz="1200"/>
            </a:lvl3pPr>
            <a:lvl4pPr>
              <a:lnSpc>
                <a:spcPct val="120000"/>
              </a:lnSpc>
              <a:defRPr sz="1100"/>
            </a:lvl4pPr>
            <a:lvl5pPr>
              <a:lnSpc>
                <a:spcPct val="120000"/>
              </a:lnSpc>
              <a:defRPr sz="1000"/>
            </a:lvl5pPr>
          </a:lstStyle>
          <a:p>
            <a:pPr lvl="0"/>
            <a:r>
              <a:rPr lang="zh-CN" altLang="en-US"/>
              <a:t>单击此处编辑版文本样式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38" name="灯片编号占位符 4"/>
          <p:cNvSpPr>
            <a:spLocks noGrp="1"/>
          </p:cNvSpPr>
          <p:nvPr>
            <p:ph type="sldNum" sz="quarter" idx="4"/>
          </p:nvPr>
        </p:nvSpPr>
        <p:spPr>
          <a:xfrm flipH="1">
            <a:off x="11205115" y="6489701"/>
            <a:ext cx="500524" cy="376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AED39-47C5-4F21-B93C-39BDEADD8457}" type="slidenum">
              <a:rPr lang="en-US" altLang="zh-CN" smtClean="0"/>
              <a:t>‹#›</a:t>
            </a:fld>
            <a:endParaRPr lang="zh-CN" altLang="en-US"/>
          </a:p>
        </p:txBody>
      </p:sp>
      <p:sp>
        <p:nvSpPr>
          <p:cNvPr id="34" name="标题占位符 1"/>
          <p:cNvSpPr>
            <a:spLocks noGrp="1"/>
          </p:cNvSpPr>
          <p:nvPr>
            <p:ph type="title"/>
          </p:nvPr>
        </p:nvSpPr>
        <p:spPr>
          <a:xfrm>
            <a:off x="474662" y="352165"/>
            <a:ext cx="9193769" cy="381431"/>
          </a:xfrm>
          <a:prstGeom prst="rect">
            <a:avLst/>
          </a:prstGeom>
        </p:spPr>
        <p:txBody>
          <a:bodyPr/>
          <a:lstStyle/>
          <a:p>
            <a:pPr marL="0" lvl="0">
              <a:lnSpc>
                <a:spcPct val="100000"/>
              </a:lnSpc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并列-5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402867" y="1566810"/>
            <a:ext cx="2131731" cy="4167973"/>
          </a:xfrm>
          <a:prstGeom prst="roundRect">
            <a:avLst>
              <a:gd name="adj" fmla="val 4070"/>
            </a:avLst>
          </a:prstGeom>
          <a:solidFill>
            <a:schemeClr val="bg2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237900" y="1393688"/>
            <a:ext cx="368539" cy="346247"/>
            <a:chOff x="3866383" y="1968240"/>
            <a:chExt cx="444222" cy="444220"/>
          </a:xfrm>
        </p:grpSpPr>
        <p:sp>
          <p:nvSpPr>
            <p:cNvPr id="23" name="椭圆 22"/>
            <p:cNvSpPr/>
            <p:nvPr/>
          </p:nvSpPr>
          <p:spPr>
            <a:xfrm>
              <a:off x="3866383" y="1968240"/>
              <a:ext cx="444222" cy="444220"/>
            </a:xfrm>
            <a:prstGeom prst="ellipse">
              <a:avLst/>
            </a:prstGeom>
            <a:solidFill>
              <a:schemeClr val="accent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  <a:ea typeface="Source Han Sans CN Regular" panose="020B0500000000000000" charset="-122"/>
                <a:cs typeface="HelveticaNeueLT Pro 55 Roman" panose="020B0604020202020204" pitchFamily="34" charset="0"/>
              </a:endParaRPr>
            </a:p>
          </p:txBody>
        </p:sp>
        <p:sp>
          <p:nvSpPr>
            <p:cNvPr id="24" name="任意多边形 13"/>
            <p:cNvSpPr/>
            <p:nvPr/>
          </p:nvSpPr>
          <p:spPr bwMode="auto">
            <a:xfrm>
              <a:off x="3985714" y="2101045"/>
              <a:ext cx="205561" cy="154170"/>
            </a:xfrm>
            <a:custGeom>
              <a:avLst/>
              <a:gdLst>
                <a:gd name="connsiteX0" fmla="*/ 505433 w 533400"/>
                <a:gd name="connsiteY0" fmla="*/ 621 h 400050"/>
                <a:gd name="connsiteX1" fmla="*/ 534008 w 533400"/>
                <a:gd name="connsiteY1" fmla="*/ 29196 h 400050"/>
                <a:gd name="connsiteX2" fmla="*/ 534008 w 533400"/>
                <a:gd name="connsiteY2" fmla="*/ 372096 h 400050"/>
                <a:gd name="connsiteX3" fmla="*/ 505433 w 533400"/>
                <a:gd name="connsiteY3" fmla="*/ 400671 h 400050"/>
                <a:gd name="connsiteX4" fmla="*/ 29183 w 533400"/>
                <a:gd name="connsiteY4" fmla="*/ 400671 h 400050"/>
                <a:gd name="connsiteX5" fmla="*/ 608 w 533400"/>
                <a:gd name="connsiteY5" fmla="*/ 372096 h 400050"/>
                <a:gd name="connsiteX6" fmla="*/ 608 w 533400"/>
                <a:gd name="connsiteY6" fmla="*/ 29196 h 400050"/>
                <a:gd name="connsiteX7" fmla="*/ 29183 w 533400"/>
                <a:gd name="connsiteY7" fmla="*/ 621 h 400050"/>
                <a:gd name="connsiteX8" fmla="*/ 505433 w 533400"/>
                <a:gd name="connsiteY8" fmla="*/ 621 h 400050"/>
                <a:gd name="connsiteX9" fmla="*/ 391419 w 533400"/>
                <a:gd name="connsiteY9" fmla="*/ 198646 h 400050"/>
                <a:gd name="connsiteX10" fmla="*/ 351414 w 533400"/>
                <a:gd name="connsiteY10" fmla="*/ 204170 h 400050"/>
                <a:gd name="connsiteX11" fmla="*/ 351414 w 533400"/>
                <a:gd name="connsiteY11" fmla="*/ 204170 h 400050"/>
                <a:gd name="connsiteX12" fmla="*/ 267118 w 533400"/>
                <a:gd name="connsiteY12" fmla="*/ 315613 h 400050"/>
                <a:gd name="connsiteX13" fmla="*/ 264641 w 533400"/>
                <a:gd name="connsiteY13" fmla="*/ 318470 h 400050"/>
                <a:gd name="connsiteX14" fmla="*/ 224255 w 533400"/>
                <a:gd name="connsiteY14" fmla="*/ 318756 h 400050"/>
                <a:gd name="connsiteX15" fmla="*/ 224255 w 533400"/>
                <a:gd name="connsiteY15" fmla="*/ 318756 h 400050"/>
                <a:gd name="connsiteX16" fmla="*/ 162152 w 533400"/>
                <a:gd name="connsiteY16" fmla="*/ 257415 h 400050"/>
                <a:gd name="connsiteX17" fmla="*/ 160247 w 533400"/>
                <a:gd name="connsiteY17" fmla="*/ 255701 h 400050"/>
                <a:gd name="connsiteX18" fmla="*/ 120052 w 533400"/>
                <a:gd name="connsiteY18" fmla="*/ 259606 h 400050"/>
                <a:gd name="connsiteX19" fmla="*/ 120052 w 533400"/>
                <a:gd name="connsiteY19" fmla="*/ 259606 h 400050"/>
                <a:gd name="connsiteX20" fmla="*/ 32517 w 533400"/>
                <a:gd name="connsiteY20" fmla="*/ 366095 h 400050"/>
                <a:gd name="connsiteX21" fmla="*/ 30326 w 533400"/>
                <a:gd name="connsiteY21" fmla="*/ 372096 h 400050"/>
                <a:gd name="connsiteX22" fmla="*/ 39851 w 533400"/>
                <a:gd name="connsiteY22" fmla="*/ 381621 h 400050"/>
                <a:gd name="connsiteX23" fmla="*/ 39851 w 533400"/>
                <a:gd name="connsiteY23" fmla="*/ 381621 h 400050"/>
                <a:gd name="connsiteX24" fmla="*/ 497242 w 533400"/>
                <a:gd name="connsiteY24" fmla="*/ 381621 h 400050"/>
                <a:gd name="connsiteX25" fmla="*/ 502480 w 533400"/>
                <a:gd name="connsiteY25" fmla="*/ 380002 h 400050"/>
                <a:gd name="connsiteX26" fmla="*/ 505147 w 533400"/>
                <a:gd name="connsiteY26" fmla="*/ 366762 h 400050"/>
                <a:gd name="connsiteX27" fmla="*/ 505147 w 533400"/>
                <a:gd name="connsiteY27" fmla="*/ 366762 h 400050"/>
                <a:gd name="connsiteX28" fmla="*/ 397991 w 533400"/>
                <a:gd name="connsiteY28" fmla="*/ 205504 h 400050"/>
                <a:gd name="connsiteX29" fmla="*/ 391419 w 533400"/>
                <a:gd name="connsiteY29" fmla="*/ 198646 h 400050"/>
                <a:gd name="connsiteX30" fmla="*/ 95858 w 533400"/>
                <a:gd name="connsiteY30" fmla="*/ 57771 h 400050"/>
                <a:gd name="connsiteX31" fmla="*/ 57758 w 533400"/>
                <a:gd name="connsiteY31" fmla="*/ 95871 h 400050"/>
                <a:gd name="connsiteX32" fmla="*/ 95858 w 533400"/>
                <a:gd name="connsiteY32" fmla="*/ 133971 h 400050"/>
                <a:gd name="connsiteX33" fmla="*/ 133958 w 533400"/>
                <a:gd name="connsiteY33" fmla="*/ 95871 h 400050"/>
                <a:gd name="connsiteX34" fmla="*/ 95858 w 533400"/>
                <a:gd name="connsiteY34" fmla="*/ 5777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533400" h="400050">
                  <a:moveTo>
                    <a:pt x="505433" y="621"/>
                  </a:moveTo>
                  <a:cubicBezTo>
                    <a:pt x="521245" y="621"/>
                    <a:pt x="534008" y="13385"/>
                    <a:pt x="534008" y="29196"/>
                  </a:cubicBezTo>
                  <a:lnTo>
                    <a:pt x="534008" y="372096"/>
                  </a:lnTo>
                  <a:cubicBezTo>
                    <a:pt x="534008" y="387907"/>
                    <a:pt x="521245" y="400671"/>
                    <a:pt x="505433" y="400671"/>
                  </a:cubicBezTo>
                  <a:lnTo>
                    <a:pt x="29183" y="400671"/>
                  </a:lnTo>
                  <a:cubicBezTo>
                    <a:pt x="13371" y="400671"/>
                    <a:pt x="608" y="387907"/>
                    <a:pt x="608" y="372096"/>
                  </a:cubicBezTo>
                  <a:lnTo>
                    <a:pt x="608" y="29196"/>
                  </a:lnTo>
                  <a:cubicBezTo>
                    <a:pt x="608" y="13385"/>
                    <a:pt x="13371" y="621"/>
                    <a:pt x="29183" y="621"/>
                  </a:cubicBezTo>
                  <a:lnTo>
                    <a:pt x="505433" y="621"/>
                  </a:lnTo>
                  <a:close/>
                  <a:moveTo>
                    <a:pt x="391419" y="198646"/>
                  </a:moveTo>
                  <a:cubicBezTo>
                    <a:pt x="378846" y="189121"/>
                    <a:pt x="360939" y="191597"/>
                    <a:pt x="351414" y="204170"/>
                  </a:cubicBezTo>
                  <a:lnTo>
                    <a:pt x="351414" y="204170"/>
                  </a:lnTo>
                  <a:lnTo>
                    <a:pt x="267118" y="315613"/>
                  </a:lnTo>
                  <a:cubicBezTo>
                    <a:pt x="266355" y="316660"/>
                    <a:pt x="265498" y="317518"/>
                    <a:pt x="264641" y="318470"/>
                  </a:cubicBezTo>
                  <a:cubicBezTo>
                    <a:pt x="253592" y="329710"/>
                    <a:pt x="235495" y="329805"/>
                    <a:pt x="224255" y="318756"/>
                  </a:cubicBezTo>
                  <a:lnTo>
                    <a:pt x="224255" y="318756"/>
                  </a:lnTo>
                  <a:lnTo>
                    <a:pt x="162152" y="257415"/>
                  </a:lnTo>
                  <a:cubicBezTo>
                    <a:pt x="161485" y="256844"/>
                    <a:pt x="160914" y="256177"/>
                    <a:pt x="160247" y="255701"/>
                  </a:cubicBezTo>
                  <a:cubicBezTo>
                    <a:pt x="148055" y="245699"/>
                    <a:pt x="130053" y="247414"/>
                    <a:pt x="120052" y="259606"/>
                  </a:cubicBezTo>
                  <a:lnTo>
                    <a:pt x="120052" y="259606"/>
                  </a:lnTo>
                  <a:lnTo>
                    <a:pt x="32517" y="366095"/>
                  </a:lnTo>
                  <a:cubicBezTo>
                    <a:pt x="31088" y="367810"/>
                    <a:pt x="30326" y="369905"/>
                    <a:pt x="30326" y="372096"/>
                  </a:cubicBezTo>
                  <a:cubicBezTo>
                    <a:pt x="30326" y="377335"/>
                    <a:pt x="34612" y="381621"/>
                    <a:pt x="39851" y="381621"/>
                  </a:cubicBezTo>
                  <a:lnTo>
                    <a:pt x="39851" y="381621"/>
                  </a:lnTo>
                  <a:lnTo>
                    <a:pt x="497242" y="381621"/>
                  </a:lnTo>
                  <a:cubicBezTo>
                    <a:pt x="499146" y="381621"/>
                    <a:pt x="500956" y="381050"/>
                    <a:pt x="502480" y="380002"/>
                  </a:cubicBezTo>
                  <a:cubicBezTo>
                    <a:pt x="506862" y="377049"/>
                    <a:pt x="508005" y="371144"/>
                    <a:pt x="505147" y="366762"/>
                  </a:cubicBezTo>
                  <a:lnTo>
                    <a:pt x="505147" y="366762"/>
                  </a:lnTo>
                  <a:lnTo>
                    <a:pt x="397991" y="205504"/>
                  </a:lnTo>
                  <a:cubicBezTo>
                    <a:pt x="396181" y="202932"/>
                    <a:pt x="393990" y="200551"/>
                    <a:pt x="391419" y="198646"/>
                  </a:cubicBezTo>
                  <a:close/>
                  <a:moveTo>
                    <a:pt x="95858" y="57771"/>
                  </a:moveTo>
                  <a:cubicBezTo>
                    <a:pt x="74808" y="57771"/>
                    <a:pt x="57758" y="74821"/>
                    <a:pt x="57758" y="95871"/>
                  </a:cubicBezTo>
                  <a:cubicBezTo>
                    <a:pt x="57758" y="116921"/>
                    <a:pt x="74808" y="133971"/>
                    <a:pt x="95858" y="133971"/>
                  </a:cubicBezTo>
                  <a:cubicBezTo>
                    <a:pt x="116908" y="133971"/>
                    <a:pt x="133958" y="116921"/>
                    <a:pt x="133958" y="95871"/>
                  </a:cubicBezTo>
                  <a:cubicBezTo>
                    <a:pt x="133958" y="74821"/>
                    <a:pt x="116908" y="57771"/>
                    <a:pt x="95858" y="5777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>
              <a:noAutofit/>
            </a:bodyPr>
            <a:lstStyle/>
            <a:p>
              <a:endParaRPr lang="zh-CN" altLang="en-US" sz="1800">
                <a:ea typeface="Source Han Sans CN Regular" panose="020B0500000000000000" charset="-122"/>
                <a:cs typeface="HelveticaNeueLT Pro 55 Roman" panose="020B0604020202020204" pitchFamily="34" charset="0"/>
              </a:endParaRPr>
            </a:p>
          </p:txBody>
        </p:sp>
      </p:grpSp>
      <p:sp>
        <p:nvSpPr>
          <p:cNvPr id="7" name="圆角矩形 55"/>
          <p:cNvSpPr/>
          <p:nvPr/>
        </p:nvSpPr>
        <p:spPr>
          <a:xfrm>
            <a:off x="2694451" y="1566810"/>
            <a:ext cx="2131731" cy="4167973"/>
          </a:xfrm>
          <a:prstGeom prst="roundRect">
            <a:avLst>
              <a:gd name="adj" fmla="val 4070"/>
            </a:avLst>
          </a:prstGeom>
          <a:solidFill>
            <a:schemeClr val="bg2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8" name="圆角矩形 62"/>
          <p:cNvSpPr/>
          <p:nvPr/>
        </p:nvSpPr>
        <p:spPr>
          <a:xfrm>
            <a:off x="4986035" y="1566810"/>
            <a:ext cx="2131731" cy="4167973"/>
          </a:xfrm>
          <a:prstGeom prst="roundRect">
            <a:avLst>
              <a:gd name="adj" fmla="val 4070"/>
            </a:avLst>
          </a:prstGeom>
          <a:solidFill>
            <a:schemeClr val="bg2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9" name="圆角矩形 69"/>
          <p:cNvSpPr/>
          <p:nvPr/>
        </p:nvSpPr>
        <p:spPr>
          <a:xfrm>
            <a:off x="7277620" y="1566810"/>
            <a:ext cx="2131731" cy="4167973"/>
          </a:xfrm>
          <a:prstGeom prst="roundRect">
            <a:avLst>
              <a:gd name="adj" fmla="val 4070"/>
            </a:avLst>
          </a:prstGeom>
          <a:solidFill>
            <a:schemeClr val="bg2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10" name="圆角矩形 76"/>
          <p:cNvSpPr/>
          <p:nvPr/>
        </p:nvSpPr>
        <p:spPr>
          <a:xfrm>
            <a:off x="9569203" y="1566810"/>
            <a:ext cx="2131731" cy="4167973"/>
          </a:xfrm>
          <a:prstGeom prst="roundRect">
            <a:avLst>
              <a:gd name="adj" fmla="val 4070"/>
            </a:avLst>
          </a:prstGeom>
          <a:solidFill>
            <a:schemeClr val="bg2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821069" y="1393688"/>
            <a:ext cx="368539" cy="346247"/>
            <a:chOff x="7881396" y="1968240"/>
            <a:chExt cx="444222" cy="444220"/>
          </a:xfrm>
        </p:grpSpPr>
        <p:sp>
          <p:nvSpPr>
            <p:cNvPr id="21" name="椭圆 20"/>
            <p:cNvSpPr/>
            <p:nvPr/>
          </p:nvSpPr>
          <p:spPr>
            <a:xfrm>
              <a:off x="7881396" y="1968240"/>
              <a:ext cx="444222" cy="444220"/>
            </a:xfrm>
            <a:prstGeom prst="ellipse">
              <a:avLst/>
            </a:prstGeom>
            <a:solidFill>
              <a:schemeClr val="accent2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  <a:ea typeface="Source Han Sans CN Regular" panose="020B0500000000000000" charset="-122"/>
                <a:cs typeface="HelveticaNeueLT Pro 55 Roman" panose="020B0604020202020204" pitchFamily="34" charset="0"/>
              </a:endParaRPr>
            </a:p>
          </p:txBody>
        </p:sp>
        <p:sp>
          <p:nvSpPr>
            <p:cNvPr id="22" name="任意多边形 102"/>
            <p:cNvSpPr/>
            <p:nvPr/>
          </p:nvSpPr>
          <p:spPr bwMode="auto">
            <a:xfrm>
              <a:off x="8030560" y="2075350"/>
              <a:ext cx="168853" cy="205560"/>
            </a:xfrm>
            <a:custGeom>
              <a:avLst/>
              <a:gdLst>
                <a:gd name="connsiteX0" fmla="*/ 283816 w 438150"/>
                <a:gd name="connsiteY0" fmla="*/ 621 h 533400"/>
                <a:gd name="connsiteX1" fmla="*/ 286102 w 438150"/>
                <a:gd name="connsiteY1" fmla="*/ 716 h 533400"/>
                <a:gd name="connsiteX2" fmla="*/ 286102 w 438150"/>
                <a:gd name="connsiteY2" fmla="*/ 124446 h 533400"/>
                <a:gd name="connsiteX3" fmla="*/ 286197 w 438150"/>
                <a:gd name="connsiteY3" fmla="*/ 126160 h 533400"/>
                <a:gd name="connsiteX4" fmla="*/ 314677 w 438150"/>
                <a:gd name="connsiteY4" fmla="*/ 153021 h 533400"/>
                <a:gd name="connsiteX5" fmla="*/ 314677 w 438150"/>
                <a:gd name="connsiteY5" fmla="*/ 153021 h 533400"/>
                <a:gd name="connsiteX6" fmla="*/ 438407 w 438150"/>
                <a:gd name="connsiteY6" fmla="*/ 153021 h 533400"/>
                <a:gd name="connsiteX7" fmla="*/ 438502 w 438150"/>
                <a:gd name="connsiteY7" fmla="*/ 155307 h 533400"/>
                <a:gd name="connsiteX8" fmla="*/ 438502 w 438150"/>
                <a:gd name="connsiteY8" fmla="*/ 505446 h 533400"/>
                <a:gd name="connsiteX9" fmla="*/ 409927 w 438150"/>
                <a:gd name="connsiteY9" fmla="*/ 534021 h 533400"/>
                <a:gd name="connsiteX10" fmla="*/ 28927 w 438150"/>
                <a:gd name="connsiteY10" fmla="*/ 534021 h 533400"/>
                <a:gd name="connsiteX11" fmla="*/ 352 w 438150"/>
                <a:gd name="connsiteY11" fmla="*/ 505446 h 533400"/>
                <a:gd name="connsiteX12" fmla="*/ 352 w 438150"/>
                <a:gd name="connsiteY12" fmla="*/ 29196 h 533400"/>
                <a:gd name="connsiteX13" fmla="*/ 28927 w 438150"/>
                <a:gd name="connsiteY13" fmla="*/ 621 h 533400"/>
                <a:gd name="connsiteX14" fmla="*/ 283816 w 438150"/>
                <a:gd name="connsiteY14" fmla="*/ 621 h 533400"/>
                <a:gd name="connsiteX15" fmla="*/ 248002 w 438150"/>
                <a:gd name="connsiteY15" fmla="*/ 200646 h 533400"/>
                <a:gd name="connsiteX16" fmla="*/ 152752 w 438150"/>
                <a:gd name="connsiteY16" fmla="*/ 200646 h 533400"/>
                <a:gd name="connsiteX17" fmla="*/ 152752 w 438150"/>
                <a:gd name="connsiteY17" fmla="*/ 410196 h 533400"/>
                <a:gd name="connsiteX18" fmla="*/ 171802 w 438150"/>
                <a:gd name="connsiteY18" fmla="*/ 410196 h 533400"/>
                <a:gd name="connsiteX19" fmla="*/ 171802 w 438150"/>
                <a:gd name="connsiteY19" fmla="*/ 314946 h 533400"/>
                <a:gd name="connsiteX20" fmla="*/ 248002 w 438150"/>
                <a:gd name="connsiteY20" fmla="*/ 314946 h 533400"/>
                <a:gd name="connsiteX21" fmla="*/ 250098 w 438150"/>
                <a:gd name="connsiteY21" fmla="*/ 314946 h 533400"/>
                <a:gd name="connsiteX22" fmla="*/ 305152 w 438150"/>
                <a:gd name="connsiteY22" fmla="*/ 257796 h 533400"/>
                <a:gd name="connsiteX23" fmla="*/ 248002 w 438150"/>
                <a:gd name="connsiteY23" fmla="*/ 200646 h 533400"/>
                <a:gd name="connsiteX24" fmla="*/ 248002 w 438150"/>
                <a:gd name="connsiteY24" fmla="*/ 200646 h 533400"/>
                <a:gd name="connsiteX25" fmla="*/ 248002 w 438150"/>
                <a:gd name="connsiteY25" fmla="*/ 219696 h 533400"/>
                <a:gd name="connsiteX26" fmla="*/ 286102 w 438150"/>
                <a:gd name="connsiteY26" fmla="*/ 257796 h 533400"/>
                <a:gd name="connsiteX27" fmla="*/ 248002 w 438150"/>
                <a:gd name="connsiteY27" fmla="*/ 295896 h 533400"/>
                <a:gd name="connsiteX28" fmla="*/ 248002 w 438150"/>
                <a:gd name="connsiteY28" fmla="*/ 295896 h 533400"/>
                <a:gd name="connsiteX29" fmla="*/ 171802 w 438150"/>
                <a:gd name="connsiteY29" fmla="*/ 295896 h 533400"/>
                <a:gd name="connsiteX30" fmla="*/ 171802 w 438150"/>
                <a:gd name="connsiteY30" fmla="*/ 219696 h 533400"/>
                <a:gd name="connsiteX31" fmla="*/ 248002 w 438150"/>
                <a:gd name="connsiteY31" fmla="*/ 219696 h 533400"/>
                <a:gd name="connsiteX32" fmla="*/ 428977 w 438150"/>
                <a:gd name="connsiteY32" fmla="*/ 133971 h 533400"/>
                <a:gd name="connsiteX33" fmla="*/ 314677 w 438150"/>
                <a:gd name="connsiteY33" fmla="*/ 133971 h 533400"/>
                <a:gd name="connsiteX34" fmla="*/ 313534 w 438150"/>
                <a:gd name="connsiteY34" fmla="*/ 133876 h 533400"/>
                <a:gd name="connsiteX35" fmla="*/ 305152 w 438150"/>
                <a:gd name="connsiteY35" fmla="*/ 124446 h 533400"/>
                <a:gd name="connsiteX36" fmla="*/ 305152 w 438150"/>
                <a:gd name="connsiteY36" fmla="*/ 124446 h 533400"/>
                <a:gd name="connsiteX37" fmla="*/ 305152 w 438150"/>
                <a:gd name="connsiteY37" fmla="*/ 10146 h 533400"/>
                <a:gd name="connsiteX38" fmla="*/ 428977 w 438150"/>
                <a:gd name="connsiteY38" fmla="*/ 133971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38150" h="533400">
                  <a:moveTo>
                    <a:pt x="283816" y="621"/>
                  </a:moveTo>
                  <a:cubicBezTo>
                    <a:pt x="284578" y="621"/>
                    <a:pt x="285340" y="621"/>
                    <a:pt x="286102" y="716"/>
                  </a:cubicBezTo>
                  <a:lnTo>
                    <a:pt x="286102" y="124446"/>
                  </a:lnTo>
                  <a:lnTo>
                    <a:pt x="286197" y="126160"/>
                  </a:lnTo>
                  <a:cubicBezTo>
                    <a:pt x="287055" y="141115"/>
                    <a:pt x="299532" y="153021"/>
                    <a:pt x="314677" y="153021"/>
                  </a:cubicBezTo>
                  <a:lnTo>
                    <a:pt x="314677" y="153021"/>
                  </a:lnTo>
                  <a:lnTo>
                    <a:pt x="438407" y="153021"/>
                  </a:lnTo>
                  <a:cubicBezTo>
                    <a:pt x="438502" y="153783"/>
                    <a:pt x="438502" y="154545"/>
                    <a:pt x="438502" y="155307"/>
                  </a:cubicBezTo>
                  <a:lnTo>
                    <a:pt x="438502" y="505446"/>
                  </a:lnTo>
                  <a:cubicBezTo>
                    <a:pt x="438502" y="521257"/>
                    <a:pt x="425739" y="534021"/>
                    <a:pt x="409927" y="534021"/>
                  </a:cubicBezTo>
                  <a:lnTo>
                    <a:pt x="28927" y="534021"/>
                  </a:lnTo>
                  <a:cubicBezTo>
                    <a:pt x="13115" y="534021"/>
                    <a:pt x="352" y="521257"/>
                    <a:pt x="352" y="505446"/>
                  </a:cubicBezTo>
                  <a:lnTo>
                    <a:pt x="352" y="29196"/>
                  </a:lnTo>
                  <a:cubicBezTo>
                    <a:pt x="352" y="13385"/>
                    <a:pt x="13115" y="621"/>
                    <a:pt x="28927" y="621"/>
                  </a:cubicBezTo>
                  <a:lnTo>
                    <a:pt x="283816" y="621"/>
                  </a:lnTo>
                  <a:close/>
                  <a:moveTo>
                    <a:pt x="248002" y="200646"/>
                  </a:moveTo>
                  <a:lnTo>
                    <a:pt x="152752" y="200646"/>
                  </a:lnTo>
                  <a:lnTo>
                    <a:pt x="152752" y="410196"/>
                  </a:lnTo>
                  <a:lnTo>
                    <a:pt x="171802" y="410196"/>
                  </a:lnTo>
                  <a:lnTo>
                    <a:pt x="171802" y="314946"/>
                  </a:lnTo>
                  <a:lnTo>
                    <a:pt x="248002" y="314946"/>
                  </a:lnTo>
                  <a:lnTo>
                    <a:pt x="250098" y="314946"/>
                  </a:lnTo>
                  <a:cubicBezTo>
                    <a:pt x="280673" y="313803"/>
                    <a:pt x="305152" y="288657"/>
                    <a:pt x="305152" y="257796"/>
                  </a:cubicBezTo>
                  <a:cubicBezTo>
                    <a:pt x="305152" y="226268"/>
                    <a:pt x="279530" y="200646"/>
                    <a:pt x="248002" y="200646"/>
                  </a:cubicBezTo>
                  <a:lnTo>
                    <a:pt x="248002" y="200646"/>
                  </a:lnTo>
                  <a:close/>
                  <a:moveTo>
                    <a:pt x="248002" y="219696"/>
                  </a:moveTo>
                  <a:cubicBezTo>
                    <a:pt x="269052" y="219696"/>
                    <a:pt x="286102" y="236746"/>
                    <a:pt x="286102" y="257796"/>
                  </a:cubicBezTo>
                  <a:cubicBezTo>
                    <a:pt x="286102" y="278846"/>
                    <a:pt x="269052" y="295896"/>
                    <a:pt x="248002" y="295896"/>
                  </a:cubicBezTo>
                  <a:lnTo>
                    <a:pt x="248002" y="295896"/>
                  </a:lnTo>
                  <a:lnTo>
                    <a:pt x="171802" y="295896"/>
                  </a:lnTo>
                  <a:lnTo>
                    <a:pt x="171802" y="219696"/>
                  </a:lnTo>
                  <a:lnTo>
                    <a:pt x="248002" y="219696"/>
                  </a:lnTo>
                  <a:close/>
                  <a:moveTo>
                    <a:pt x="428977" y="133971"/>
                  </a:moveTo>
                  <a:lnTo>
                    <a:pt x="314677" y="133971"/>
                  </a:lnTo>
                  <a:lnTo>
                    <a:pt x="313534" y="133876"/>
                  </a:lnTo>
                  <a:cubicBezTo>
                    <a:pt x="308772" y="133304"/>
                    <a:pt x="305152" y="129304"/>
                    <a:pt x="305152" y="124446"/>
                  </a:cubicBezTo>
                  <a:lnTo>
                    <a:pt x="305152" y="124446"/>
                  </a:lnTo>
                  <a:lnTo>
                    <a:pt x="305152" y="10146"/>
                  </a:lnTo>
                  <a:lnTo>
                    <a:pt x="428977" y="13397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 sz="1800">
                <a:ea typeface="Source Han Sans CN Regular" panose="020B0500000000000000" charset="-122"/>
                <a:cs typeface="HelveticaNeueLT Pro 55 Roman" panose="020B0604020202020204" pitchFamily="34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0404236" y="1393688"/>
            <a:ext cx="368539" cy="346247"/>
            <a:chOff x="6275392" y="1968240"/>
            <a:chExt cx="444222" cy="444220"/>
          </a:xfrm>
        </p:grpSpPr>
        <p:sp>
          <p:nvSpPr>
            <p:cNvPr id="19" name="椭圆 18"/>
            <p:cNvSpPr/>
            <p:nvPr/>
          </p:nvSpPr>
          <p:spPr>
            <a:xfrm>
              <a:off x="6275392" y="1968240"/>
              <a:ext cx="444222" cy="444220"/>
            </a:xfrm>
            <a:prstGeom prst="ellipse">
              <a:avLst/>
            </a:prstGeom>
            <a:solidFill>
              <a:schemeClr val="accent4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  <a:ea typeface="Source Han Sans CN Regular" panose="020B0500000000000000" charset="-122"/>
                <a:cs typeface="HelveticaNeueLT Pro 55 Roman" panose="020B0604020202020204" pitchFamily="34" charset="0"/>
              </a:endParaRPr>
            </a:p>
          </p:txBody>
        </p:sp>
        <p:sp>
          <p:nvSpPr>
            <p:cNvPr id="20" name="任意多边形 105"/>
            <p:cNvSpPr/>
            <p:nvPr/>
          </p:nvSpPr>
          <p:spPr bwMode="auto">
            <a:xfrm>
              <a:off x="6383242" y="2108046"/>
              <a:ext cx="205561" cy="163687"/>
            </a:xfrm>
            <a:custGeom>
              <a:avLst/>
              <a:gdLst>
                <a:gd name="connsiteX0" fmla="*/ 486767 w 514350"/>
                <a:gd name="connsiteY0" fmla="*/ 621 h 409575"/>
                <a:gd name="connsiteX1" fmla="*/ 515342 w 514350"/>
                <a:gd name="connsiteY1" fmla="*/ 29196 h 409575"/>
                <a:gd name="connsiteX2" fmla="*/ 515342 w 514350"/>
                <a:gd name="connsiteY2" fmla="*/ 324471 h 409575"/>
                <a:gd name="connsiteX3" fmla="*/ 486767 w 514350"/>
                <a:gd name="connsiteY3" fmla="*/ 353046 h 409575"/>
                <a:gd name="connsiteX4" fmla="*/ 192159 w 514350"/>
                <a:gd name="connsiteY4" fmla="*/ 353046 h 409575"/>
                <a:gd name="connsiteX5" fmla="*/ 115387 w 514350"/>
                <a:gd name="connsiteY5" fmla="*/ 410196 h 409575"/>
                <a:gd name="connsiteX6" fmla="*/ 115387 w 514350"/>
                <a:gd name="connsiteY6" fmla="*/ 353046 h 409575"/>
                <a:gd name="connsiteX7" fmla="*/ 29567 w 514350"/>
                <a:gd name="connsiteY7" fmla="*/ 353046 h 409575"/>
                <a:gd name="connsiteX8" fmla="*/ 992 w 514350"/>
                <a:gd name="connsiteY8" fmla="*/ 324471 h 409575"/>
                <a:gd name="connsiteX9" fmla="*/ 992 w 514350"/>
                <a:gd name="connsiteY9" fmla="*/ 29196 h 409575"/>
                <a:gd name="connsiteX10" fmla="*/ 29567 w 514350"/>
                <a:gd name="connsiteY10" fmla="*/ 621 h 409575"/>
                <a:gd name="connsiteX11" fmla="*/ 486767 w 514350"/>
                <a:gd name="connsiteY11" fmla="*/ 621 h 409575"/>
                <a:gd name="connsiteX12" fmla="*/ 124817 w 514350"/>
                <a:gd name="connsiteY12" fmla="*/ 143496 h 409575"/>
                <a:gd name="connsiteX13" fmla="*/ 91480 w 514350"/>
                <a:gd name="connsiteY13" fmla="*/ 176834 h 409575"/>
                <a:gd name="connsiteX14" fmla="*/ 124817 w 514350"/>
                <a:gd name="connsiteY14" fmla="*/ 210171 h 409575"/>
                <a:gd name="connsiteX15" fmla="*/ 158155 w 514350"/>
                <a:gd name="connsiteY15" fmla="*/ 176834 h 409575"/>
                <a:gd name="connsiteX16" fmla="*/ 124817 w 514350"/>
                <a:gd name="connsiteY16" fmla="*/ 143496 h 409575"/>
                <a:gd name="connsiteX17" fmla="*/ 258167 w 514350"/>
                <a:gd name="connsiteY17" fmla="*/ 143496 h 409575"/>
                <a:gd name="connsiteX18" fmla="*/ 224830 w 514350"/>
                <a:gd name="connsiteY18" fmla="*/ 176834 h 409575"/>
                <a:gd name="connsiteX19" fmla="*/ 258167 w 514350"/>
                <a:gd name="connsiteY19" fmla="*/ 210171 h 409575"/>
                <a:gd name="connsiteX20" fmla="*/ 291505 w 514350"/>
                <a:gd name="connsiteY20" fmla="*/ 176834 h 409575"/>
                <a:gd name="connsiteX21" fmla="*/ 258167 w 514350"/>
                <a:gd name="connsiteY21" fmla="*/ 143496 h 409575"/>
                <a:gd name="connsiteX22" fmla="*/ 391517 w 514350"/>
                <a:gd name="connsiteY22" fmla="*/ 143496 h 409575"/>
                <a:gd name="connsiteX23" fmla="*/ 358180 w 514350"/>
                <a:gd name="connsiteY23" fmla="*/ 176834 h 409575"/>
                <a:gd name="connsiteX24" fmla="*/ 391517 w 514350"/>
                <a:gd name="connsiteY24" fmla="*/ 210171 h 409575"/>
                <a:gd name="connsiteX25" fmla="*/ 424855 w 514350"/>
                <a:gd name="connsiteY25" fmla="*/ 176834 h 409575"/>
                <a:gd name="connsiteX26" fmla="*/ 391517 w 514350"/>
                <a:gd name="connsiteY26" fmla="*/ 143496 h 409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4350" h="409575">
                  <a:moveTo>
                    <a:pt x="486767" y="621"/>
                  </a:moveTo>
                  <a:cubicBezTo>
                    <a:pt x="502579" y="621"/>
                    <a:pt x="515342" y="13385"/>
                    <a:pt x="515342" y="29196"/>
                  </a:cubicBezTo>
                  <a:lnTo>
                    <a:pt x="515342" y="324471"/>
                  </a:lnTo>
                  <a:cubicBezTo>
                    <a:pt x="515342" y="340282"/>
                    <a:pt x="502579" y="353046"/>
                    <a:pt x="486767" y="353046"/>
                  </a:cubicBezTo>
                  <a:lnTo>
                    <a:pt x="192159" y="353046"/>
                  </a:lnTo>
                  <a:lnTo>
                    <a:pt x="115387" y="410196"/>
                  </a:lnTo>
                  <a:lnTo>
                    <a:pt x="115387" y="353046"/>
                  </a:lnTo>
                  <a:lnTo>
                    <a:pt x="29567" y="353046"/>
                  </a:lnTo>
                  <a:cubicBezTo>
                    <a:pt x="13755" y="353046"/>
                    <a:pt x="992" y="340282"/>
                    <a:pt x="992" y="324471"/>
                  </a:cubicBezTo>
                  <a:lnTo>
                    <a:pt x="992" y="29196"/>
                  </a:lnTo>
                  <a:cubicBezTo>
                    <a:pt x="992" y="13385"/>
                    <a:pt x="13755" y="621"/>
                    <a:pt x="29567" y="621"/>
                  </a:cubicBezTo>
                  <a:lnTo>
                    <a:pt x="486767" y="621"/>
                  </a:lnTo>
                  <a:close/>
                  <a:moveTo>
                    <a:pt x="124817" y="143496"/>
                  </a:moveTo>
                  <a:cubicBezTo>
                    <a:pt x="106434" y="143496"/>
                    <a:pt x="91480" y="158450"/>
                    <a:pt x="91480" y="176834"/>
                  </a:cubicBezTo>
                  <a:cubicBezTo>
                    <a:pt x="91480" y="195217"/>
                    <a:pt x="106434" y="210171"/>
                    <a:pt x="124817" y="210171"/>
                  </a:cubicBezTo>
                  <a:cubicBezTo>
                    <a:pt x="143200" y="210171"/>
                    <a:pt x="158155" y="195217"/>
                    <a:pt x="158155" y="176834"/>
                  </a:cubicBezTo>
                  <a:cubicBezTo>
                    <a:pt x="158155" y="158450"/>
                    <a:pt x="143200" y="143496"/>
                    <a:pt x="124817" y="143496"/>
                  </a:cubicBezTo>
                  <a:close/>
                  <a:moveTo>
                    <a:pt x="258167" y="143496"/>
                  </a:moveTo>
                  <a:cubicBezTo>
                    <a:pt x="239784" y="143496"/>
                    <a:pt x="224830" y="158450"/>
                    <a:pt x="224830" y="176834"/>
                  </a:cubicBezTo>
                  <a:cubicBezTo>
                    <a:pt x="224830" y="195217"/>
                    <a:pt x="239784" y="210171"/>
                    <a:pt x="258167" y="210171"/>
                  </a:cubicBezTo>
                  <a:cubicBezTo>
                    <a:pt x="276550" y="210171"/>
                    <a:pt x="291505" y="195217"/>
                    <a:pt x="291505" y="176834"/>
                  </a:cubicBezTo>
                  <a:cubicBezTo>
                    <a:pt x="291505" y="158450"/>
                    <a:pt x="276550" y="143496"/>
                    <a:pt x="258167" y="143496"/>
                  </a:cubicBezTo>
                  <a:close/>
                  <a:moveTo>
                    <a:pt x="391517" y="143496"/>
                  </a:moveTo>
                  <a:cubicBezTo>
                    <a:pt x="373134" y="143496"/>
                    <a:pt x="358180" y="158450"/>
                    <a:pt x="358180" y="176834"/>
                  </a:cubicBezTo>
                  <a:cubicBezTo>
                    <a:pt x="358180" y="195217"/>
                    <a:pt x="373134" y="210171"/>
                    <a:pt x="391517" y="210171"/>
                  </a:cubicBezTo>
                  <a:cubicBezTo>
                    <a:pt x="409900" y="210171"/>
                    <a:pt x="424855" y="195217"/>
                    <a:pt x="424855" y="176834"/>
                  </a:cubicBezTo>
                  <a:cubicBezTo>
                    <a:pt x="424855" y="158450"/>
                    <a:pt x="409900" y="143496"/>
                    <a:pt x="391517" y="14349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 sz="1800">
                <a:ea typeface="Source Han Sans CN Regular" panose="020B0500000000000000" charset="-122"/>
                <a:cs typeface="HelveticaNeueLT Pro 55 Roman" panose="020B0604020202020204" pitchFamily="34" charset="0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529485" y="1393688"/>
            <a:ext cx="368539" cy="346247"/>
            <a:chOff x="5472389" y="1968240"/>
            <a:chExt cx="444222" cy="444220"/>
          </a:xfrm>
        </p:grpSpPr>
        <p:sp>
          <p:nvSpPr>
            <p:cNvPr id="17" name="椭圆 16"/>
            <p:cNvSpPr/>
            <p:nvPr/>
          </p:nvSpPr>
          <p:spPr>
            <a:xfrm>
              <a:off x="5472389" y="1968240"/>
              <a:ext cx="444222" cy="444220"/>
            </a:xfrm>
            <a:prstGeom prst="ellipse">
              <a:avLst/>
            </a:prstGeom>
            <a:solidFill>
              <a:schemeClr val="accent3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  <a:ea typeface="Source Han Sans CN Regular" panose="020B0500000000000000" charset="-122"/>
                <a:cs typeface="HelveticaNeueLT Pro 55 Roman" panose="020B0604020202020204" pitchFamily="34" charset="0"/>
              </a:endParaRPr>
            </a:p>
          </p:txBody>
        </p:sp>
        <p:sp>
          <p:nvSpPr>
            <p:cNvPr id="18" name="任意多边形 108"/>
            <p:cNvSpPr/>
            <p:nvPr/>
          </p:nvSpPr>
          <p:spPr bwMode="auto">
            <a:xfrm>
              <a:off x="5580239" y="2072307"/>
              <a:ext cx="205561" cy="187207"/>
            </a:xfrm>
            <a:custGeom>
              <a:avLst/>
              <a:gdLst>
                <a:gd name="connsiteX0" fmla="*/ 125329 w 533400"/>
                <a:gd name="connsiteY0" fmla="*/ 229221 h 485775"/>
                <a:gd name="connsiteX1" fmla="*/ 125329 w 533400"/>
                <a:gd name="connsiteY1" fmla="*/ 276846 h 485775"/>
                <a:gd name="connsiteX2" fmla="*/ 144379 w 533400"/>
                <a:gd name="connsiteY2" fmla="*/ 276846 h 485775"/>
                <a:gd name="connsiteX3" fmla="*/ 144379 w 533400"/>
                <a:gd name="connsiteY3" fmla="*/ 229221 h 485775"/>
                <a:gd name="connsiteX4" fmla="*/ 392029 w 533400"/>
                <a:gd name="connsiteY4" fmla="*/ 229221 h 485775"/>
                <a:gd name="connsiteX5" fmla="*/ 392029 w 533400"/>
                <a:gd name="connsiteY5" fmla="*/ 276846 h 485775"/>
                <a:gd name="connsiteX6" fmla="*/ 411079 w 533400"/>
                <a:gd name="connsiteY6" fmla="*/ 276846 h 485775"/>
                <a:gd name="connsiteX7" fmla="*/ 411079 w 533400"/>
                <a:gd name="connsiteY7" fmla="*/ 229221 h 485775"/>
                <a:gd name="connsiteX8" fmla="*/ 534904 w 533400"/>
                <a:gd name="connsiteY8" fmla="*/ 229221 h 485775"/>
                <a:gd name="connsiteX9" fmla="*/ 534904 w 533400"/>
                <a:gd name="connsiteY9" fmla="*/ 457821 h 485775"/>
                <a:gd name="connsiteX10" fmla="*/ 506329 w 533400"/>
                <a:gd name="connsiteY10" fmla="*/ 486396 h 485775"/>
                <a:gd name="connsiteX11" fmla="*/ 30079 w 533400"/>
                <a:gd name="connsiteY11" fmla="*/ 486396 h 485775"/>
                <a:gd name="connsiteX12" fmla="*/ 1504 w 533400"/>
                <a:gd name="connsiteY12" fmla="*/ 457821 h 485775"/>
                <a:gd name="connsiteX13" fmla="*/ 1504 w 533400"/>
                <a:gd name="connsiteY13" fmla="*/ 229221 h 485775"/>
                <a:gd name="connsiteX14" fmla="*/ 125329 w 533400"/>
                <a:gd name="connsiteY14" fmla="*/ 229221 h 485775"/>
                <a:gd name="connsiteX15" fmla="*/ 372979 w 533400"/>
                <a:gd name="connsiteY15" fmla="*/ 621 h 485775"/>
                <a:gd name="connsiteX16" fmla="*/ 411079 w 533400"/>
                <a:gd name="connsiteY16" fmla="*/ 36816 h 485775"/>
                <a:gd name="connsiteX17" fmla="*/ 411079 w 533400"/>
                <a:gd name="connsiteY17" fmla="*/ 38721 h 485775"/>
                <a:gd name="connsiteX18" fmla="*/ 411079 w 533400"/>
                <a:gd name="connsiteY18" fmla="*/ 114921 h 485775"/>
                <a:gd name="connsiteX19" fmla="*/ 506329 w 533400"/>
                <a:gd name="connsiteY19" fmla="*/ 114921 h 485775"/>
                <a:gd name="connsiteX20" fmla="*/ 534904 w 533400"/>
                <a:gd name="connsiteY20" fmla="*/ 143496 h 485775"/>
                <a:gd name="connsiteX21" fmla="*/ 534904 w 533400"/>
                <a:gd name="connsiteY21" fmla="*/ 210171 h 485775"/>
                <a:gd name="connsiteX22" fmla="*/ 1504 w 533400"/>
                <a:gd name="connsiteY22" fmla="*/ 210171 h 485775"/>
                <a:gd name="connsiteX23" fmla="*/ 1504 w 533400"/>
                <a:gd name="connsiteY23" fmla="*/ 143496 h 485775"/>
                <a:gd name="connsiteX24" fmla="*/ 30079 w 533400"/>
                <a:gd name="connsiteY24" fmla="*/ 114921 h 485775"/>
                <a:gd name="connsiteX25" fmla="*/ 125329 w 533400"/>
                <a:gd name="connsiteY25" fmla="*/ 114921 h 485775"/>
                <a:gd name="connsiteX26" fmla="*/ 125329 w 533400"/>
                <a:gd name="connsiteY26" fmla="*/ 38721 h 485775"/>
                <a:gd name="connsiteX27" fmla="*/ 161524 w 533400"/>
                <a:gd name="connsiteY27" fmla="*/ 621 h 485775"/>
                <a:gd name="connsiteX28" fmla="*/ 163429 w 533400"/>
                <a:gd name="connsiteY28" fmla="*/ 621 h 485775"/>
                <a:gd name="connsiteX29" fmla="*/ 372979 w 533400"/>
                <a:gd name="connsiteY29" fmla="*/ 621 h 485775"/>
                <a:gd name="connsiteX30" fmla="*/ 372979 w 533400"/>
                <a:gd name="connsiteY30" fmla="*/ 19671 h 485775"/>
                <a:gd name="connsiteX31" fmla="*/ 163429 w 533400"/>
                <a:gd name="connsiteY31" fmla="*/ 19671 h 485775"/>
                <a:gd name="connsiteX32" fmla="*/ 144474 w 533400"/>
                <a:gd name="connsiteY32" fmla="*/ 37292 h 485775"/>
                <a:gd name="connsiteX33" fmla="*/ 144379 w 533400"/>
                <a:gd name="connsiteY33" fmla="*/ 38721 h 485775"/>
                <a:gd name="connsiteX34" fmla="*/ 144379 w 533400"/>
                <a:gd name="connsiteY34" fmla="*/ 114921 h 485775"/>
                <a:gd name="connsiteX35" fmla="*/ 392029 w 533400"/>
                <a:gd name="connsiteY35" fmla="*/ 114921 h 485775"/>
                <a:gd name="connsiteX36" fmla="*/ 392029 w 533400"/>
                <a:gd name="connsiteY36" fmla="*/ 38721 h 485775"/>
                <a:gd name="connsiteX37" fmla="*/ 375836 w 533400"/>
                <a:gd name="connsiteY37" fmla="*/ 19862 h 485775"/>
                <a:gd name="connsiteX38" fmla="*/ 374408 w 533400"/>
                <a:gd name="connsiteY38" fmla="*/ 19671 h 485775"/>
                <a:gd name="connsiteX39" fmla="*/ 372979 w 533400"/>
                <a:gd name="connsiteY39" fmla="*/ 19671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533400" h="485775">
                  <a:moveTo>
                    <a:pt x="125329" y="229221"/>
                  </a:moveTo>
                  <a:lnTo>
                    <a:pt x="125329" y="276846"/>
                  </a:lnTo>
                  <a:lnTo>
                    <a:pt x="144379" y="276846"/>
                  </a:lnTo>
                  <a:lnTo>
                    <a:pt x="144379" y="229221"/>
                  </a:lnTo>
                  <a:lnTo>
                    <a:pt x="392029" y="229221"/>
                  </a:lnTo>
                  <a:lnTo>
                    <a:pt x="392029" y="276846"/>
                  </a:lnTo>
                  <a:lnTo>
                    <a:pt x="411079" y="276846"/>
                  </a:lnTo>
                  <a:lnTo>
                    <a:pt x="411079" y="229221"/>
                  </a:lnTo>
                  <a:lnTo>
                    <a:pt x="534904" y="229221"/>
                  </a:lnTo>
                  <a:lnTo>
                    <a:pt x="534904" y="457821"/>
                  </a:lnTo>
                  <a:cubicBezTo>
                    <a:pt x="534904" y="473632"/>
                    <a:pt x="522141" y="486396"/>
                    <a:pt x="506329" y="486396"/>
                  </a:cubicBezTo>
                  <a:lnTo>
                    <a:pt x="30079" y="486396"/>
                  </a:lnTo>
                  <a:cubicBezTo>
                    <a:pt x="14267" y="486396"/>
                    <a:pt x="1504" y="473632"/>
                    <a:pt x="1504" y="457821"/>
                  </a:cubicBezTo>
                  <a:lnTo>
                    <a:pt x="1504" y="229221"/>
                  </a:lnTo>
                  <a:lnTo>
                    <a:pt x="125329" y="229221"/>
                  </a:lnTo>
                  <a:close/>
                  <a:moveTo>
                    <a:pt x="372979" y="621"/>
                  </a:moveTo>
                  <a:cubicBezTo>
                    <a:pt x="393363" y="621"/>
                    <a:pt x="410031" y="16623"/>
                    <a:pt x="411079" y="36816"/>
                  </a:cubicBezTo>
                  <a:lnTo>
                    <a:pt x="411079" y="38721"/>
                  </a:lnTo>
                  <a:lnTo>
                    <a:pt x="411079" y="114921"/>
                  </a:lnTo>
                  <a:lnTo>
                    <a:pt x="506329" y="114921"/>
                  </a:lnTo>
                  <a:cubicBezTo>
                    <a:pt x="522141" y="114921"/>
                    <a:pt x="534904" y="127685"/>
                    <a:pt x="534904" y="143496"/>
                  </a:cubicBezTo>
                  <a:lnTo>
                    <a:pt x="534904" y="210171"/>
                  </a:lnTo>
                  <a:lnTo>
                    <a:pt x="1504" y="210171"/>
                  </a:lnTo>
                  <a:lnTo>
                    <a:pt x="1504" y="143496"/>
                  </a:lnTo>
                  <a:cubicBezTo>
                    <a:pt x="1504" y="127685"/>
                    <a:pt x="14267" y="114921"/>
                    <a:pt x="30079" y="114921"/>
                  </a:cubicBezTo>
                  <a:lnTo>
                    <a:pt x="125329" y="114921"/>
                  </a:lnTo>
                  <a:lnTo>
                    <a:pt x="125329" y="38721"/>
                  </a:lnTo>
                  <a:cubicBezTo>
                    <a:pt x="125329" y="18337"/>
                    <a:pt x="141331" y="1669"/>
                    <a:pt x="161524" y="621"/>
                  </a:cubicBezTo>
                  <a:lnTo>
                    <a:pt x="163429" y="621"/>
                  </a:lnTo>
                  <a:lnTo>
                    <a:pt x="372979" y="621"/>
                  </a:lnTo>
                  <a:close/>
                  <a:moveTo>
                    <a:pt x="372979" y="19671"/>
                  </a:moveTo>
                  <a:lnTo>
                    <a:pt x="163429" y="19671"/>
                  </a:lnTo>
                  <a:cubicBezTo>
                    <a:pt x="153428" y="19671"/>
                    <a:pt x="145141" y="27482"/>
                    <a:pt x="144474" y="37292"/>
                  </a:cubicBezTo>
                  <a:lnTo>
                    <a:pt x="144379" y="38721"/>
                  </a:lnTo>
                  <a:lnTo>
                    <a:pt x="144379" y="114921"/>
                  </a:lnTo>
                  <a:lnTo>
                    <a:pt x="392029" y="114921"/>
                  </a:lnTo>
                  <a:lnTo>
                    <a:pt x="392029" y="38721"/>
                  </a:lnTo>
                  <a:cubicBezTo>
                    <a:pt x="392029" y="29196"/>
                    <a:pt x="384981" y="21290"/>
                    <a:pt x="375836" y="19862"/>
                  </a:cubicBezTo>
                  <a:lnTo>
                    <a:pt x="374408" y="19671"/>
                  </a:lnTo>
                  <a:lnTo>
                    <a:pt x="372979" y="1967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 sz="1800">
                <a:ea typeface="Source Han Sans CN Regular" panose="020B0500000000000000" charset="-122"/>
                <a:cs typeface="HelveticaNeueLT Pro 55 Roman" panose="020B0604020202020204" pitchFamily="34" charset="0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8112653" y="1393688"/>
            <a:ext cx="368539" cy="346247"/>
            <a:chOff x="7078395" y="1968240"/>
            <a:chExt cx="444222" cy="444220"/>
          </a:xfrm>
        </p:grpSpPr>
        <p:sp>
          <p:nvSpPr>
            <p:cNvPr id="15" name="椭圆 14"/>
            <p:cNvSpPr/>
            <p:nvPr/>
          </p:nvSpPr>
          <p:spPr>
            <a:xfrm>
              <a:off x="7078395" y="1968240"/>
              <a:ext cx="444222" cy="444220"/>
            </a:xfrm>
            <a:prstGeom prst="ellipse">
              <a:avLst/>
            </a:prstGeom>
            <a:solidFill>
              <a:schemeClr val="tx2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  <a:ea typeface="Source Han Sans CN Regular" panose="020B0500000000000000" charset="-122"/>
                <a:cs typeface="HelveticaNeueLT Pro 55 Roman" panose="020B0604020202020204" pitchFamily="34" charset="0"/>
              </a:endParaRPr>
            </a:p>
          </p:txBody>
        </p:sp>
        <p:sp>
          <p:nvSpPr>
            <p:cNvPr id="16" name="任意多边形 111"/>
            <p:cNvSpPr/>
            <p:nvPr/>
          </p:nvSpPr>
          <p:spPr bwMode="auto">
            <a:xfrm>
              <a:off x="7206740" y="2075350"/>
              <a:ext cx="187529" cy="205560"/>
            </a:xfrm>
            <a:custGeom>
              <a:avLst/>
              <a:gdLst>
                <a:gd name="connsiteX0" fmla="*/ 248770 w 495300"/>
                <a:gd name="connsiteY0" fmla="*/ 621 h 542925"/>
                <a:gd name="connsiteX1" fmla="*/ 496420 w 495300"/>
                <a:gd name="connsiteY1" fmla="*/ 248271 h 542925"/>
                <a:gd name="connsiteX2" fmla="*/ 323827 w 495300"/>
                <a:gd name="connsiteY2" fmla="*/ 484396 h 542925"/>
                <a:gd name="connsiteX3" fmla="*/ 346973 w 495300"/>
                <a:gd name="connsiteY3" fmla="*/ 524496 h 542925"/>
                <a:gd name="connsiteX4" fmla="*/ 420220 w 495300"/>
                <a:gd name="connsiteY4" fmla="*/ 524496 h 542925"/>
                <a:gd name="connsiteX5" fmla="*/ 420220 w 495300"/>
                <a:gd name="connsiteY5" fmla="*/ 543546 h 542925"/>
                <a:gd name="connsiteX6" fmla="*/ 77320 w 495300"/>
                <a:gd name="connsiteY6" fmla="*/ 543546 h 542925"/>
                <a:gd name="connsiteX7" fmla="*/ 77320 w 495300"/>
                <a:gd name="connsiteY7" fmla="*/ 524496 h 542925"/>
                <a:gd name="connsiteX8" fmla="*/ 150567 w 495300"/>
                <a:gd name="connsiteY8" fmla="*/ 524496 h 542925"/>
                <a:gd name="connsiteX9" fmla="*/ 173713 w 495300"/>
                <a:gd name="connsiteY9" fmla="*/ 484396 h 542925"/>
                <a:gd name="connsiteX10" fmla="*/ 1120 w 495300"/>
                <a:gd name="connsiteY10" fmla="*/ 248271 h 542925"/>
                <a:gd name="connsiteX11" fmla="*/ 248770 w 495300"/>
                <a:gd name="connsiteY11" fmla="*/ 621 h 542925"/>
                <a:gd name="connsiteX12" fmla="*/ 192763 w 495300"/>
                <a:gd name="connsiteY12" fmla="*/ 489539 h 542925"/>
                <a:gd name="connsiteX13" fmla="*/ 172570 w 495300"/>
                <a:gd name="connsiteY13" fmla="*/ 524496 h 542925"/>
                <a:gd name="connsiteX14" fmla="*/ 324970 w 495300"/>
                <a:gd name="connsiteY14" fmla="*/ 524496 h 542925"/>
                <a:gd name="connsiteX15" fmla="*/ 304777 w 495300"/>
                <a:gd name="connsiteY15" fmla="*/ 489539 h 542925"/>
                <a:gd name="connsiteX16" fmla="*/ 248770 w 495300"/>
                <a:gd name="connsiteY16" fmla="*/ 495921 h 542925"/>
                <a:gd name="connsiteX17" fmla="*/ 192763 w 495300"/>
                <a:gd name="connsiteY17" fmla="*/ 489539 h 542925"/>
                <a:gd name="connsiteX18" fmla="*/ 248770 w 495300"/>
                <a:gd name="connsiteY18" fmla="*/ 143496 h 542925"/>
                <a:gd name="connsiteX19" fmla="*/ 143995 w 495300"/>
                <a:gd name="connsiteY19" fmla="*/ 248271 h 542925"/>
                <a:gd name="connsiteX20" fmla="*/ 248770 w 495300"/>
                <a:gd name="connsiteY20" fmla="*/ 353046 h 542925"/>
                <a:gd name="connsiteX21" fmla="*/ 353545 w 495300"/>
                <a:gd name="connsiteY21" fmla="*/ 248271 h 542925"/>
                <a:gd name="connsiteX22" fmla="*/ 248770 w 495300"/>
                <a:gd name="connsiteY22" fmla="*/ 143496 h 542925"/>
                <a:gd name="connsiteX23" fmla="*/ 367833 w 495300"/>
                <a:gd name="connsiteY23" fmla="*/ 114921 h 542925"/>
                <a:gd name="connsiteX24" fmla="*/ 353545 w 495300"/>
                <a:gd name="connsiteY24" fmla="*/ 129209 h 542925"/>
                <a:gd name="connsiteX25" fmla="*/ 367833 w 495300"/>
                <a:gd name="connsiteY25" fmla="*/ 143496 h 542925"/>
                <a:gd name="connsiteX26" fmla="*/ 382120 w 495300"/>
                <a:gd name="connsiteY26" fmla="*/ 129209 h 542925"/>
                <a:gd name="connsiteX27" fmla="*/ 367833 w 495300"/>
                <a:gd name="connsiteY27" fmla="*/ 114921 h 54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95300" h="542925">
                  <a:moveTo>
                    <a:pt x="248770" y="621"/>
                  </a:moveTo>
                  <a:cubicBezTo>
                    <a:pt x="385549" y="621"/>
                    <a:pt x="496420" y="111492"/>
                    <a:pt x="496420" y="248271"/>
                  </a:cubicBezTo>
                  <a:cubicBezTo>
                    <a:pt x="496420" y="358856"/>
                    <a:pt x="423935" y="452582"/>
                    <a:pt x="323827" y="484396"/>
                  </a:cubicBezTo>
                  <a:lnTo>
                    <a:pt x="346973" y="524496"/>
                  </a:lnTo>
                  <a:lnTo>
                    <a:pt x="420220" y="524496"/>
                  </a:lnTo>
                  <a:lnTo>
                    <a:pt x="420220" y="543546"/>
                  </a:lnTo>
                  <a:lnTo>
                    <a:pt x="77320" y="543546"/>
                  </a:lnTo>
                  <a:lnTo>
                    <a:pt x="77320" y="524496"/>
                  </a:lnTo>
                  <a:lnTo>
                    <a:pt x="150567" y="524496"/>
                  </a:lnTo>
                  <a:lnTo>
                    <a:pt x="173713" y="484396"/>
                  </a:lnTo>
                  <a:cubicBezTo>
                    <a:pt x="73605" y="452582"/>
                    <a:pt x="1120" y="358856"/>
                    <a:pt x="1120" y="248271"/>
                  </a:cubicBezTo>
                  <a:cubicBezTo>
                    <a:pt x="1120" y="111492"/>
                    <a:pt x="111991" y="621"/>
                    <a:pt x="248770" y="621"/>
                  </a:cubicBezTo>
                  <a:close/>
                  <a:moveTo>
                    <a:pt x="192763" y="489539"/>
                  </a:moveTo>
                  <a:lnTo>
                    <a:pt x="172570" y="524496"/>
                  </a:lnTo>
                  <a:lnTo>
                    <a:pt x="324970" y="524496"/>
                  </a:lnTo>
                  <a:lnTo>
                    <a:pt x="304777" y="489539"/>
                  </a:lnTo>
                  <a:cubicBezTo>
                    <a:pt x="286775" y="493730"/>
                    <a:pt x="268010" y="495921"/>
                    <a:pt x="248770" y="495921"/>
                  </a:cubicBezTo>
                  <a:cubicBezTo>
                    <a:pt x="229530" y="495921"/>
                    <a:pt x="210765" y="493730"/>
                    <a:pt x="192763" y="489539"/>
                  </a:cubicBezTo>
                  <a:close/>
                  <a:moveTo>
                    <a:pt x="248770" y="143496"/>
                  </a:moveTo>
                  <a:cubicBezTo>
                    <a:pt x="190858" y="143496"/>
                    <a:pt x="143995" y="190359"/>
                    <a:pt x="143995" y="248271"/>
                  </a:cubicBezTo>
                  <a:cubicBezTo>
                    <a:pt x="143995" y="306183"/>
                    <a:pt x="190858" y="353046"/>
                    <a:pt x="248770" y="353046"/>
                  </a:cubicBezTo>
                  <a:cubicBezTo>
                    <a:pt x="306682" y="353046"/>
                    <a:pt x="353545" y="306183"/>
                    <a:pt x="353545" y="248271"/>
                  </a:cubicBezTo>
                  <a:cubicBezTo>
                    <a:pt x="353545" y="190359"/>
                    <a:pt x="306682" y="143496"/>
                    <a:pt x="248770" y="143496"/>
                  </a:cubicBezTo>
                  <a:close/>
                  <a:moveTo>
                    <a:pt x="367833" y="114921"/>
                  </a:moveTo>
                  <a:cubicBezTo>
                    <a:pt x="359927" y="114921"/>
                    <a:pt x="353545" y="121303"/>
                    <a:pt x="353545" y="129209"/>
                  </a:cubicBezTo>
                  <a:cubicBezTo>
                    <a:pt x="353545" y="137114"/>
                    <a:pt x="359927" y="143496"/>
                    <a:pt x="367833" y="143496"/>
                  </a:cubicBezTo>
                  <a:cubicBezTo>
                    <a:pt x="375738" y="143496"/>
                    <a:pt x="382120" y="137114"/>
                    <a:pt x="382120" y="129209"/>
                  </a:cubicBezTo>
                  <a:cubicBezTo>
                    <a:pt x="382120" y="121303"/>
                    <a:pt x="375738" y="114921"/>
                    <a:pt x="367833" y="11492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 sz="1800">
                <a:ea typeface="Source Han Sans CN Regular" panose="020B0500000000000000" charset="-122"/>
                <a:cs typeface="HelveticaNeueLT Pro 55 Roman" panose="020B0604020202020204" pitchFamily="34" charset="0"/>
              </a:endParaRPr>
            </a:p>
          </p:txBody>
        </p:sp>
      </p:grpSp>
      <p:sp>
        <p:nvSpPr>
          <p:cNvPr id="3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387410" y="1874479"/>
            <a:ext cx="2125332" cy="3860305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defRPr sz="1600"/>
            </a:lvl1pPr>
            <a:lvl2pPr>
              <a:lnSpc>
                <a:spcPct val="120000"/>
              </a:lnSpc>
              <a:defRPr sz="1400"/>
            </a:lvl2pPr>
            <a:lvl3pPr>
              <a:lnSpc>
                <a:spcPct val="120000"/>
              </a:lnSpc>
              <a:defRPr sz="1200"/>
            </a:lvl3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  <p:sp>
        <p:nvSpPr>
          <p:cNvPr id="37" name="文本占位符 2"/>
          <p:cNvSpPr>
            <a:spLocks noGrp="1"/>
          </p:cNvSpPr>
          <p:nvPr>
            <p:ph type="body" sz="quarter" idx="11" hasCustomPrompt="1"/>
          </p:nvPr>
        </p:nvSpPr>
        <p:spPr>
          <a:xfrm>
            <a:off x="2686535" y="1883043"/>
            <a:ext cx="2125332" cy="3860305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defRPr sz="1600"/>
            </a:lvl1pPr>
            <a:lvl2pPr>
              <a:lnSpc>
                <a:spcPct val="120000"/>
              </a:lnSpc>
              <a:defRPr sz="1400"/>
            </a:lvl2pPr>
            <a:lvl3pPr>
              <a:lnSpc>
                <a:spcPct val="120000"/>
              </a:lnSpc>
              <a:defRPr sz="1200"/>
            </a:lvl3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  <p:sp>
        <p:nvSpPr>
          <p:cNvPr id="38" name="文本占位符 2"/>
          <p:cNvSpPr>
            <a:spLocks noGrp="1"/>
          </p:cNvSpPr>
          <p:nvPr>
            <p:ph type="body" sz="quarter" idx="12" hasCustomPrompt="1"/>
          </p:nvPr>
        </p:nvSpPr>
        <p:spPr>
          <a:xfrm>
            <a:off x="4985655" y="1901881"/>
            <a:ext cx="2125332" cy="3860305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defRPr sz="1600"/>
            </a:lvl1pPr>
            <a:lvl2pPr>
              <a:lnSpc>
                <a:spcPct val="120000"/>
              </a:lnSpc>
              <a:defRPr sz="1400"/>
            </a:lvl2pPr>
            <a:lvl3pPr>
              <a:lnSpc>
                <a:spcPct val="120000"/>
              </a:lnSpc>
              <a:defRPr sz="1200"/>
            </a:lvl3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  <p:sp>
        <p:nvSpPr>
          <p:cNvPr id="45" name="文本占位符 2"/>
          <p:cNvSpPr>
            <a:spLocks noGrp="1"/>
          </p:cNvSpPr>
          <p:nvPr>
            <p:ph type="body" sz="quarter" idx="13" hasCustomPrompt="1"/>
          </p:nvPr>
        </p:nvSpPr>
        <p:spPr>
          <a:xfrm>
            <a:off x="7271082" y="1910445"/>
            <a:ext cx="2125332" cy="3860305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defRPr sz="1600"/>
            </a:lvl1pPr>
            <a:lvl2pPr>
              <a:lnSpc>
                <a:spcPct val="120000"/>
              </a:lnSpc>
              <a:defRPr sz="1400"/>
            </a:lvl2pPr>
            <a:lvl3pPr>
              <a:lnSpc>
                <a:spcPct val="120000"/>
              </a:lnSpc>
              <a:defRPr sz="1200"/>
            </a:lvl3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  <p:sp>
        <p:nvSpPr>
          <p:cNvPr id="46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9583901" y="1898461"/>
            <a:ext cx="2125332" cy="3860305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defRPr sz="1600"/>
            </a:lvl1pPr>
            <a:lvl2pPr>
              <a:lnSpc>
                <a:spcPct val="120000"/>
              </a:lnSpc>
              <a:defRPr sz="1400"/>
            </a:lvl2pPr>
            <a:lvl3pPr>
              <a:lnSpc>
                <a:spcPct val="120000"/>
              </a:lnSpc>
              <a:defRPr sz="1200"/>
            </a:lvl3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  <p:sp>
        <p:nvSpPr>
          <p:cNvPr id="28" name="灯片编号占位符 4"/>
          <p:cNvSpPr>
            <a:spLocks noGrp="1"/>
          </p:cNvSpPr>
          <p:nvPr>
            <p:ph type="sldNum" sz="quarter" idx="4"/>
          </p:nvPr>
        </p:nvSpPr>
        <p:spPr>
          <a:xfrm flipH="1">
            <a:off x="11205115" y="6489701"/>
            <a:ext cx="500524" cy="376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AED39-47C5-4F21-B93C-39BDEADD8457}" type="slidenum">
              <a:rPr lang="en-US" altLang="zh-CN" smtClean="0"/>
              <a:t>‹#›</a:t>
            </a:fld>
            <a:endParaRPr lang="zh-CN" altLang="en-US"/>
          </a:p>
        </p:txBody>
      </p:sp>
      <p:sp>
        <p:nvSpPr>
          <p:cNvPr id="30" name="标题占位符 1"/>
          <p:cNvSpPr>
            <a:spLocks noGrp="1"/>
          </p:cNvSpPr>
          <p:nvPr>
            <p:ph type="title"/>
          </p:nvPr>
        </p:nvSpPr>
        <p:spPr>
          <a:xfrm>
            <a:off x="474662" y="352165"/>
            <a:ext cx="9193769" cy="381431"/>
          </a:xfrm>
          <a:prstGeom prst="rect">
            <a:avLst/>
          </a:prstGeom>
        </p:spPr>
        <p:txBody>
          <a:bodyPr/>
          <a:lstStyle/>
          <a:p>
            <a:pPr marL="0" lvl="0">
              <a:lnSpc>
                <a:spcPct val="100000"/>
              </a:lnSpc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并列-6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圆角矩形 4"/>
          <p:cNvSpPr/>
          <p:nvPr/>
        </p:nvSpPr>
        <p:spPr>
          <a:xfrm rot="5400000">
            <a:off x="8625287" y="2292540"/>
            <a:ext cx="1076627" cy="5097457"/>
          </a:xfrm>
          <a:prstGeom prst="roundRect">
            <a:avLst>
              <a:gd name="adj" fmla="val 4070"/>
            </a:avLst>
          </a:prstGeom>
          <a:solidFill>
            <a:schemeClr val="bg2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140" name="圆角矩形 4"/>
          <p:cNvSpPr/>
          <p:nvPr/>
        </p:nvSpPr>
        <p:spPr>
          <a:xfrm rot="5400000">
            <a:off x="8617696" y="1116066"/>
            <a:ext cx="1076627" cy="5097457"/>
          </a:xfrm>
          <a:prstGeom prst="roundRect">
            <a:avLst>
              <a:gd name="adj" fmla="val 4070"/>
            </a:avLst>
          </a:prstGeom>
          <a:solidFill>
            <a:schemeClr val="bg2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128" name="圆角矩形 4"/>
          <p:cNvSpPr/>
          <p:nvPr/>
        </p:nvSpPr>
        <p:spPr>
          <a:xfrm rot="5400000">
            <a:off x="2635192" y="1124612"/>
            <a:ext cx="1076627" cy="5097457"/>
          </a:xfrm>
          <a:prstGeom prst="roundRect">
            <a:avLst>
              <a:gd name="adj" fmla="val 4070"/>
            </a:avLst>
          </a:prstGeom>
          <a:solidFill>
            <a:schemeClr val="bg2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131" name="圆角矩形 4"/>
          <p:cNvSpPr/>
          <p:nvPr/>
        </p:nvSpPr>
        <p:spPr>
          <a:xfrm rot="5400000">
            <a:off x="2644686" y="2302510"/>
            <a:ext cx="1076627" cy="5097457"/>
          </a:xfrm>
          <a:prstGeom prst="roundRect">
            <a:avLst>
              <a:gd name="adj" fmla="val 4070"/>
            </a:avLst>
          </a:prstGeom>
          <a:solidFill>
            <a:schemeClr val="bg2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5" name="圆角矩形 4"/>
          <p:cNvSpPr/>
          <p:nvPr/>
        </p:nvSpPr>
        <p:spPr>
          <a:xfrm rot="5400000">
            <a:off x="2637096" y="-53284"/>
            <a:ext cx="1076627" cy="5097457"/>
          </a:xfrm>
          <a:prstGeom prst="roundRect">
            <a:avLst>
              <a:gd name="adj" fmla="val 4070"/>
            </a:avLst>
          </a:prstGeom>
          <a:solidFill>
            <a:schemeClr val="bg2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524422" y="2371282"/>
            <a:ext cx="240691" cy="240485"/>
          </a:xfrm>
          <a:prstGeom prst="ellipse">
            <a:avLst/>
          </a:prstGeom>
          <a:solidFill>
            <a:schemeClr val="accent1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bg1"/>
              </a:solidFill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61" name="任意多边形 105"/>
          <p:cNvSpPr/>
          <p:nvPr/>
        </p:nvSpPr>
        <p:spPr bwMode="auto">
          <a:xfrm>
            <a:off x="600881" y="2447216"/>
            <a:ext cx="111377" cy="88614"/>
          </a:xfrm>
          <a:custGeom>
            <a:avLst/>
            <a:gdLst>
              <a:gd name="connsiteX0" fmla="*/ 486767 w 514350"/>
              <a:gd name="connsiteY0" fmla="*/ 621 h 409575"/>
              <a:gd name="connsiteX1" fmla="*/ 515342 w 514350"/>
              <a:gd name="connsiteY1" fmla="*/ 29196 h 409575"/>
              <a:gd name="connsiteX2" fmla="*/ 515342 w 514350"/>
              <a:gd name="connsiteY2" fmla="*/ 324471 h 409575"/>
              <a:gd name="connsiteX3" fmla="*/ 486767 w 514350"/>
              <a:gd name="connsiteY3" fmla="*/ 353046 h 409575"/>
              <a:gd name="connsiteX4" fmla="*/ 192159 w 514350"/>
              <a:gd name="connsiteY4" fmla="*/ 353046 h 409575"/>
              <a:gd name="connsiteX5" fmla="*/ 115387 w 514350"/>
              <a:gd name="connsiteY5" fmla="*/ 410196 h 409575"/>
              <a:gd name="connsiteX6" fmla="*/ 115387 w 514350"/>
              <a:gd name="connsiteY6" fmla="*/ 353046 h 409575"/>
              <a:gd name="connsiteX7" fmla="*/ 29567 w 514350"/>
              <a:gd name="connsiteY7" fmla="*/ 353046 h 409575"/>
              <a:gd name="connsiteX8" fmla="*/ 992 w 514350"/>
              <a:gd name="connsiteY8" fmla="*/ 324471 h 409575"/>
              <a:gd name="connsiteX9" fmla="*/ 992 w 514350"/>
              <a:gd name="connsiteY9" fmla="*/ 29196 h 409575"/>
              <a:gd name="connsiteX10" fmla="*/ 29567 w 514350"/>
              <a:gd name="connsiteY10" fmla="*/ 621 h 409575"/>
              <a:gd name="connsiteX11" fmla="*/ 486767 w 514350"/>
              <a:gd name="connsiteY11" fmla="*/ 621 h 409575"/>
              <a:gd name="connsiteX12" fmla="*/ 124817 w 514350"/>
              <a:gd name="connsiteY12" fmla="*/ 143496 h 409575"/>
              <a:gd name="connsiteX13" fmla="*/ 91480 w 514350"/>
              <a:gd name="connsiteY13" fmla="*/ 176834 h 409575"/>
              <a:gd name="connsiteX14" fmla="*/ 124817 w 514350"/>
              <a:gd name="connsiteY14" fmla="*/ 210171 h 409575"/>
              <a:gd name="connsiteX15" fmla="*/ 158155 w 514350"/>
              <a:gd name="connsiteY15" fmla="*/ 176834 h 409575"/>
              <a:gd name="connsiteX16" fmla="*/ 124817 w 514350"/>
              <a:gd name="connsiteY16" fmla="*/ 143496 h 409575"/>
              <a:gd name="connsiteX17" fmla="*/ 258167 w 514350"/>
              <a:gd name="connsiteY17" fmla="*/ 143496 h 409575"/>
              <a:gd name="connsiteX18" fmla="*/ 224830 w 514350"/>
              <a:gd name="connsiteY18" fmla="*/ 176834 h 409575"/>
              <a:gd name="connsiteX19" fmla="*/ 258167 w 514350"/>
              <a:gd name="connsiteY19" fmla="*/ 210171 h 409575"/>
              <a:gd name="connsiteX20" fmla="*/ 291505 w 514350"/>
              <a:gd name="connsiteY20" fmla="*/ 176834 h 409575"/>
              <a:gd name="connsiteX21" fmla="*/ 258167 w 514350"/>
              <a:gd name="connsiteY21" fmla="*/ 143496 h 409575"/>
              <a:gd name="connsiteX22" fmla="*/ 391517 w 514350"/>
              <a:gd name="connsiteY22" fmla="*/ 143496 h 409575"/>
              <a:gd name="connsiteX23" fmla="*/ 358180 w 514350"/>
              <a:gd name="connsiteY23" fmla="*/ 176834 h 409575"/>
              <a:gd name="connsiteX24" fmla="*/ 391517 w 514350"/>
              <a:gd name="connsiteY24" fmla="*/ 210171 h 409575"/>
              <a:gd name="connsiteX25" fmla="*/ 424855 w 514350"/>
              <a:gd name="connsiteY25" fmla="*/ 176834 h 409575"/>
              <a:gd name="connsiteX26" fmla="*/ 391517 w 514350"/>
              <a:gd name="connsiteY26" fmla="*/ 143496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14350" h="409575">
                <a:moveTo>
                  <a:pt x="486767" y="621"/>
                </a:moveTo>
                <a:cubicBezTo>
                  <a:pt x="502579" y="621"/>
                  <a:pt x="515342" y="13385"/>
                  <a:pt x="515342" y="29196"/>
                </a:cubicBezTo>
                <a:lnTo>
                  <a:pt x="515342" y="324471"/>
                </a:lnTo>
                <a:cubicBezTo>
                  <a:pt x="515342" y="340282"/>
                  <a:pt x="502579" y="353046"/>
                  <a:pt x="486767" y="353046"/>
                </a:cubicBezTo>
                <a:lnTo>
                  <a:pt x="192159" y="353046"/>
                </a:lnTo>
                <a:lnTo>
                  <a:pt x="115387" y="410196"/>
                </a:lnTo>
                <a:lnTo>
                  <a:pt x="115387" y="353046"/>
                </a:lnTo>
                <a:lnTo>
                  <a:pt x="29567" y="353046"/>
                </a:lnTo>
                <a:cubicBezTo>
                  <a:pt x="13755" y="353046"/>
                  <a:pt x="992" y="340282"/>
                  <a:pt x="992" y="324471"/>
                </a:cubicBezTo>
                <a:lnTo>
                  <a:pt x="992" y="29196"/>
                </a:lnTo>
                <a:cubicBezTo>
                  <a:pt x="992" y="13385"/>
                  <a:pt x="13755" y="621"/>
                  <a:pt x="29567" y="621"/>
                </a:cubicBezTo>
                <a:lnTo>
                  <a:pt x="486767" y="621"/>
                </a:lnTo>
                <a:close/>
                <a:moveTo>
                  <a:pt x="124817" y="143496"/>
                </a:moveTo>
                <a:cubicBezTo>
                  <a:pt x="106434" y="143496"/>
                  <a:pt x="91480" y="158450"/>
                  <a:pt x="91480" y="176834"/>
                </a:cubicBezTo>
                <a:cubicBezTo>
                  <a:pt x="91480" y="195217"/>
                  <a:pt x="106434" y="210171"/>
                  <a:pt x="124817" y="210171"/>
                </a:cubicBezTo>
                <a:cubicBezTo>
                  <a:pt x="143200" y="210171"/>
                  <a:pt x="158155" y="195217"/>
                  <a:pt x="158155" y="176834"/>
                </a:cubicBezTo>
                <a:cubicBezTo>
                  <a:pt x="158155" y="158450"/>
                  <a:pt x="143200" y="143496"/>
                  <a:pt x="124817" y="143496"/>
                </a:cubicBezTo>
                <a:close/>
                <a:moveTo>
                  <a:pt x="258167" y="143496"/>
                </a:moveTo>
                <a:cubicBezTo>
                  <a:pt x="239784" y="143496"/>
                  <a:pt x="224830" y="158450"/>
                  <a:pt x="224830" y="176834"/>
                </a:cubicBezTo>
                <a:cubicBezTo>
                  <a:pt x="224830" y="195217"/>
                  <a:pt x="239784" y="210171"/>
                  <a:pt x="258167" y="210171"/>
                </a:cubicBezTo>
                <a:cubicBezTo>
                  <a:pt x="276550" y="210171"/>
                  <a:pt x="291505" y="195217"/>
                  <a:pt x="291505" y="176834"/>
                </a:cubicBezTo>
                <a:cubicBezTo>
                  <a:pt x="291505" y="158450"/>
                  <a:pt x="276550" y="143496"/>
                  <a:pt x="258167" y="143496"/>
                </a:cubicBezTo>
                <a:close/>
                <a:moveTo>
                  <a:pt x="391517" y="143496"/>
                </a:moveTo>
                <a:cubicBezTo>
                  <a:pt x="373134" y="143496"/>
                  <a:pt x="358180" y="158450"/>
                  <a:pt x="358180" y="176834"/>
                </a:cubicBezTo>
                <a:cubicBezTo>
                  <a:pt x="358180" y="195217"/>
                  <a:pt x="373134" y="210171"/>
                  <a:pt x="391517" y="210171"/>
                </a:cubicBezTo>
                <a:cubicBezTo>
                  <a:pt x="409900" y="210171"/>
                  <a:pt x="424855" y="195217"/>
                  <a:pt x="424855" y="176834"/>
                </a:cubicBezTo>
                <a:cubicBezTo>
                  <a:pt x="424855" y="158450"/>
                  <a:pt x="409900" y="143496"/>
                  <a:pt x="391517" y="14349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 sz="1800"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87" name="椭圆 86"/>
          <p:cNvSpPr/>
          <p:nvPr/>
        </p:nvSpPr>
        <p:spPr>
          <a:xfrm>
            <a:off x="524422" y="3557723"/>
            <a:ext cx="240691" cy="240485"/>
          </a:xfrm>
          <a:prstGeom prst="ellipse">
            <a:avLst/>
          </a:prstGeom>
          <a:solidFill>
            <a:schemeClr val="accent3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bg1"/>
              </a:solidFill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90" name="任意多边形 105"/>
          <p:cNvSpPr/>
          <p:nvPr/>
        </p:nvSpPr>
        <p:spPr bwMode="auto">
          <a:xfrm>
            <a:off x="600881" y="3633657"/>
            <a:ext cx="111377" cy="88614"/>
          </a:xfrm>
          <a:custGeom>
            <a:avLst/>
            <a:gdLst>
              <a:gd name="connsiteX0" fmla="*/ 486767 w 514350"/>
              <a:gd name="connsiteY0" fmla="*/ 621 h 409575"/>
              <a:gd name="connsiteX1" fmla="*/ 515342 w 514350"/>
              <a:gd name="connsiteY1" fmla="*/ 29196 h 409575"/>
              <a:gd name="connsiteX2" fmla="*/ 515342 w 514350"/>
              <a:gd name="connsiteY2" fmla="*/ 324471 h 409575"/>
              <a:gd name="connsiteX3" fmla="*/ 486767 w 514350"/>
              <a:gd name="connsiteY3" fmla="*/ 353046 h 409575"/>
              <a:gd name="connsiteX4" fmla="*/ 192159 w 514350"/>
              <a:gd name="connsiteY4" fmla="*/ 353046 h 409575"/>
              <a:gd name="connsiteX5" fmla="*/ 115387 w 514350"/>
              <a:gd name="connsiteY5" fmla="*/ 410196 h 409575"/>
              <a:gd name="connsiteX6" fmla="*/ 115387 w 514350"/>
              <a:gd name="connsiteY6" fmla="*/ 353046 h 409575"/>
              <a:gd name="connsiteX7" fmla="*/ 29567 w 514350"/>
              <a:gd name="connsiteY7" fmla="*/ 353046 h 409575"/>
              <a:gd name="connsiteX8" fmla="*/ 992 w 514350"/>
              <a:gd name="connsiteY8" fmla="*/ 324471 h 409575"/>
              <a:gd name="connsiteX9" fmla="*/ 992 w 514350"/>
              <a:gd name="connsiteY9" fmla="*/ 29196 h 409575"/>
              <a:gd name="connsiteX10" fmla="*/ 29567 w 514350"/>
              <a:gd name="connsiteY10" fmla="*/ 621 h 409575"/>
              <a:gd name="connsiteX11" fmla="*/ 486767 w 514350"/>
              <a:gd name="connsiteY11" fmla="*/ 621 h 409575"/>
              <a:gd name="connsiteX12" fmla="*/ 124817 w 514350"/>
              <a:gd name="connsiteY12" fmla="*/ 143496 h 409575"/>
              <a:gd name="connsiteX13" fmla="*/ 91480 w 514350"/>
              <a:gd name="connsiteY13" fmla="*/ 176834 h 409575"/>
              <a:gd name="connsiteX14" fmla="*/ 124817 w 514350"/>
              <a:gd name="connsiteY14" fmla="*/ 210171 h 409575"/>
              <a:gd name="connsiteX15" fmla="*/ 158155 w 514350"/>
              <a:gd name="connsiteY15" fmla="*/ 176834 h 409575"/>
              <a:gd name="connsiteX16" fmla="*/ 124817 w 514350"/>
              <a:gd name="connsiteY16" fmla="*/ 143496 h 409575"/>
              <a:gd name="connsiteX17" fmla="*/ 258167 w 514350"/>
              <a:gd name="connsiteY17" fmla="*/ 143496 h 409575"/>
              <a:gd name="connsiteX18" fmla="*/ 224830 w 514350"/>
              <a:gd name="connsiteY18" fmla="*/ 176834 h 409575"/>
              <a:gd name="connsiteX19" fmla="*/ 258167 w 514350"/>
              <a:gd name="connsiteY19" fmla="*/ 210171 h 409575"/>
              <a:gd name="connsiteX20" fmla="*/ 291505 w 514350"/>
              <a:gd name="connsiteY20" fmla="*/ 176834 h 409575"/>
              <a:gd name="connsiteX21" fmla="*/ 258167 w 514350"/>
              <a:gd name="connsiteY21" fmla="*/ 143496 h 409575"/>
              <a:gd name="connsiteX22" fmla="*/ 391517 w 514350"/>
              <a:gd name="connsiteY22" fmla="*/ 143496 h 409575"/>
              <a:gd name="connsiteX23" fmla="*/ 358180 w 514350"/>
              <a:gd name="connsiteY23" fmla="*/ 176834 h 409575"/>
              <a:gd name="connsiteX24" fmla="*/ 391517 w 514350"/>
              <a:gd name="connsiteY24" fmla="*/ 210171 h 409575"/>
              <a:gd name="connsiteX25" fmla="*/ 424855 w 514350"/>
              <a:gd name="connsiteY25" fmla="*/ 176834 h 409575"/>
              <a:gd name="connsiteX26" fmla="*/ 391517 w 514350"/>
              <a:gd name="connsiteY26" fmla="*/ 143496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14350" h="409575">
                <a:moveTo>
                  <a:pt x="486767" y="621"/>
                </a:moveTo>
                <a:cubicBezTo>
                  <a:pt x="502579" y="621"/>
                  <a:pt x="515342" y="13385"/>
                  <a:pt x="515342" y="29196"/>
                </a:cubicBezTo>
                <a:lnTo>
                  <a:pt x="515342" y="324471"/>
                </a:lnTo>
                <a:cubicBezTo>
                  <a:pt x="515342" y="340282"/>
                  <a:pt x="502579" y="353046"/>
                  <a:pt x="486767" y="353046"/>
                </a:cubicBezTo>
                <a:lnTo>
                  <a:pt x="192159" y="353046"/>
                </a:lnTo>
                <a:lnTo>
                  <a:pt x="115387" y="410196"/>
                </a:lnTo>
                <a:lnTo>
                  <a:pt x="115387" y="353046"/>
                </a:lnTo>
                <a:lnTo>
                  <a:pt x="29567" y="353046"/>
                </a:lnTo>
                <a:cubicBezTo>
                  <a:pt x="13755" y="353046"/>
                  <a:pt x="992" y="340282"/>
                  <a:pt x="992" y="324471"/>
                </a:cubicBezTo>
                <a:lnTo>
                  <a:pt x="992" y="29196"/>
                </a:lnTo>
                <a:cubicBezTo>
                  <a:pt x="992" y="13385"/>
                  <a:pt x="13755" y="621"/>
                  <a:pt x="29567" y="621"/>
                </a:cubicBezTo>
                <a:lnTo>
                  <a:pt x="486767" y="621"/>
                </a:lnTo>
                <a:close/>
                <a:moveTo>
                  <a:pt x="124817" y="143496"/>
                </a:moveTo>
                <a:cubicBezTo>
                  <a:pt x="106434" y="143496"/>
                  <a:pt x="91480" y="158450"/>
                  <a:pt x="91480" y="176834"/>
                </a:cubicBezTo>
                <a:cubicBezTo>
                  <a:pt x="91480" y="195217"/>
                  <a:pt x="106434" y="210171"/>
                  <a:pt x="124817" y="210171"/>
                </a:cubicBezTo>
                <a:cubicBezTo>
                  <a:pt x="143200" y="210171"/>
                  <a:pt x="158155" y="195217"/>
                  <a:pt x="158155" y="176834"/>
                </a:cubicBezTo>
                <a:cubicBezTo>
                  <a:pt x="158155" y="158450"/>
                  <a:pt x="143200" y="143496"/>
                  <a:pt x="124817" y="143496"/>
                </a:cubicBezTo>
                <a:close/>
                <a:moveTo>
                  <a:pt x="258167" y="143496"/>
                </a:moveTo>
                <a:cubicBezTo>
                  <a:pt x="239784" y="143496"/>
                  <a:pt x="224830" y="158450"/>
                  <a:pt x="224830" y="176834"/>
                </a:cubicBezTo>
                <a:cubicBezTo>
                  <a:pt x="224830" y="195217"/>
                  <a:pt x="239784" y="210171"/>
                  <a:pt x="258167" y="210171"/>
                </a:cubicBezTo>
                <a:cubicBezTo>
                  <a:pt x="276550" y="210171"/>
                  <a:pt x="291505" y="195217"/>
                  <a:pt x="291505" y="176834"/>
                </a:cubicBezTo>
                <a:cubicBezTo>
                  <a:pt x="291505" y="158450"/>
                  <a:pt x="276550" y="143496"/>
                  <a:pt x="258167" y="143496"/>
                </a:cubicBezTo>
                <a:close/>
                <a:moveTo>
                  <a:pt x="391517" y="143496"/>
                </a:moveTo>
                <a:cubicBezTo>
                  <a:pt x="373134" y="143496"/>
                  <a:pt x="358180" y="158450"/>
                  <a:pt x="358180" y="176834"/>
                </a:cubicBezTo>
                <a:cubicBezTo>
                  <a:pt x="358180" y="195217"/>
                  <a:pt x="373134" y="210171"/>
                  <a:pt x="391517" y="210171"/>
                </a:cubicBezTo>
                <a:cubicBezTo>
                  <a:pt x="409900" y="210171"/>
                  <a:pt x="424855" y="195217"/>
                  <a:pt x="424855" y="176834"/>
                </a:cubicBezTo>
                <a:cubicBezTo>
                  <a:pt x="424855" y="158450"/>
                  <a:pt x="409900" y="143496"/>
                  <a:pt x="391517" y="14349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 sz="1800"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102" name="椭圆 101"/>
          <p:cNvSpPr/>
          <p:nvPr/>
        </p:nvSpPr>
        <p:spPr>
          <a:xfrm>
            <a:off x="524422" y="4745589"/>
            <a:ext cx="240691" cy="240485"/>
          </a:xfrm>
          <a:prstGeom prst="ellipse">
            <a:avLst/>
          </a:prstGeom>
          <a:solidFill>
            <a:schemeClr val="accent2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bg1"/>
              </a:solidFill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105" name="任意多边形 105"/>
          <p:cNvSpPr/>
          <p:nvPr/>
        </p:nvSpPr>
        <p:spPr bwMode="auto">
          <a:xfrm>
            <a:off x="600881" y="4821523"/>
            <a:ext cx="111377" cy="88614"/>
          </a:xfrm>
          <a:custGeom>
            <a:avLst/>
            <a:gdLst>
              <a:gd name="connsiteX0" fmla="*/ 486767 w 514350"/>
              <a:gd name="connsiteY0" fmla="*/ 621 h 409575"/>
              <a:gd name="connsiteX1" fmla="*/ 515342 w 514350"/>
              <a:gd name="connsiteY1" fmla="*/ 29196 h 409575"/>
              <a:gd name="connsiteX2" fmla="*/ 515342 w 514350"/>
              <a:gd name="connsiteY2" fmla="*/ 324471 h 409575"/>
              <a:gd name="connsiteX3" fmla="*/ 486767 w 514350"/>
              <a:gd name="connsiteY3" fmla="*/ 353046 h 409575"/>
              <a:gd name="connsiteX4" fmla="*/ 192159 w 514350"/>
              <a:gd name="connsiteY4" fmla="*/ 353046 h 409575"/>
              <a:gd name="connsiteX5" fmla="*/ 115387 w 514350"/>
              <a:gd name="connsiteY5" fmla="*/ 410196 h 409575"/>
              <a:gd name="connsiteX6" fmla="*/ 115387 w 514350"/>
              <a:gd name="connsiteY6" fmla="*/ 353046 h 409575"/>
              <a:gd name="connsiteX7" fmla="*/ 29567 w 514350"/>
              <a:gd name="connsiteY7" fmla="*/ 353046 h 409575"/>
              <a:gd name="connsiteX8" fmla="*/ 992 w 514350"/>
              <a:gd name="connsiteY8" fmla="*/ 324471 h 409575"/>
              <a:gd name="connsiteX9" fmla="*/ 992 w 514350"/>
              <a:gd name="connsiteY9" fmla="*/ 29196 h 409575"/>
              <a:gd name="connsiteX10" fmla="*/ 29567 w 514350"/>
              <a:gd name="connsiteY10" fmla="*/ 621 h 409575"/>
              <a:gd name="connsiteX11" fmla="*/ 486767 w 514350"/>
              <a:gd name="connsiteY11" fmla="*/ 621 h 409575"/>
              <a:gd name="connsiteX12" fmla="*/ 124817 w 514350"/>
              <a:gd name="connsiteY12" fmla="*/ 143496 h 409575"/>
              <a:gd name="connsiteX13" fmla="*/ 91480 w 514350"/>
              <a:gd name="connsiteY13" fmla="*/ 176834 h 409575"/>
              <a:gd name="connsiteX14" fmla="*/ 124817 w 514350"/>
              <a:gd name="connsiteY14" fmla="*/ 210171 h 409575"/>
              <a:gd name="connsiteX15" fmla="*/ 158155 w 514350"/>
              <a:gd name="connsiteY15" fmla="*/ 176834 h 409575"/>
              <a:gd name="connsiteX16" fmla="*/ 124817 w 514350"/>
              <a:gd name="connsiteY16" fmla="*/ 143496 h 409575"/>
              <a:gd name="connsiteX17" fmla="*/ 258167 w 514350"/>
              <a:gd name="connsiteY17" fmla="*/ 143496 h 409575"/>
              <a:gd name="connsiteX18" fmla="*/ 224830 w 514350"/>
              <a:gd name="connsiteY18" fmla="*/ 176834 h 409575"/>
              <a:gd name="connsiteX19" fmla="*/ 258167 w 514350"/>
              <a:gd name="connsiteY19" fmla="*/ 210171 h 409575"/>
              <a:gd name="connsiteX20" fmla="*/ 291505 w 514350"/>
              <a:gd name="connsiteY20" fmla="*/ 176834 h 409575"/>
              <a:gd name="connsiteX21" fmla="*/ 258167 w 514350"/>
              <a:gd name="connsiteY21" fmla="*/ 143496 h 409575"/>
              <a:gd name="connsiteX22" fmla="*/ 391517 w 514350"/>
              <a:gd name="connsiteY22" fmla="*/ 143496 h 409575"/>
              <a:gd name="connsiteX23" fmla="*/ 358180 w 514350"/>
              <a:gd name="connsiteY23" fmla="*/ 176834 h 409575"/>
              <a:gd name="connsiteX24" fmla="*/ 391517 w 514350"/>
              <a:gd name="connsiteY24" fmla="*/ 210171 h 409575"/>
              <a:gd name="connsiteX25" fmla="*/ 424855 w 514350"/>
              <a:gd name="connsiteY25" fmla="*/ 176834 h 409575"/>
              <a:gd name="connsiteX26" fmla="*/ 391517 w 514350"/>
              <a:gd name="connsiteY26" fmla="*/ 143496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14350" h="409575">
                <a:moveTo>
                  <a:pt x="486767" y="621"/>
                </a:moveTo>
                <a:cubicBezTo>
                  <a:pt x="502579" y="621"/>
                  <a:pt x="515342" y="13385"/>
                  <a:pt x="515342" y="29196"/>
                </a:cubicBezTo>
                <a:lnTo>
                  <a:pt x="515342" y="324471"/>
                </a:lnTo>
                <a:cubicBezTo>
                  <a:pt x="515342" y="340282"/>
                  <a:pt x="502579" y="353046"/>
                  <a:pt x="486767" y="353046"/>
                </a:cubicBezTo>
                <a:lnTo>
                  <a:pt x="192159" y="353046"/>
                </a:lnTo>
                <a:lnTo>
                  <a:pt x="115387" y="410196"/>
                </a:lnTo>
                <a:lnTo>
                  <a:pt x="115387" y="353046"/>
                </a:lnTo>
                <a:lnTo>
                  <a:pt x="29567" y="353046"/>
                </a:lnTo>
                <a:cubicBezTo>
                  <a:pt x="13755" y="353046"/>
                  <a:pt x="992" y="340282"/>
                  <a:pt x="992" y="324471"/>
                </a:cubicBezTo>
                <a:lnTo>
                  <a:pt x="992" y="29196"/>
                </a:lnTo>
                <a:cubicBezTo>
                  <a:pt x="992" y="13385"/>
                  <a:pt x="13755" y="621"/>
                  <a:pt x="29567" y="621"/>
                </a:cubicBezTo>
                <a:lnTo>
                  <a:pt x="486767" y="621"/>
                </a:lnTo>
                <a:close/>
                <a:moveTo>
                  <a:pt x="124817" y="143496"/>
                </a:moveTo>
                <a:cubicBezTo>
                  <a:pt x="106434" y="143496"/>
                  <a:pt x="91480" y="158450"/>
                  <a:pt x="91480" y="176834"/>
                </a:cubicBezTo>
                <a:cubicBezTo>
                  <a:pt x="91480" y="195217"/>
                  <a:pt x="106434" y="210171"/>
                  <a:pt x="124817" y="210171"/>
                </a:cubicBezTo>
                <a:cubicBezTo>
                  <a:pt x="143200" y="210171"/>
                  <a:pt x="158155" y="195217"/>
                  <a:pt x="158155" y="176834"/>
                </a:cubicBezTo>
                <a:cubicBezTo>
                  <a:pt x="158155" y="158450"/>
                  <a:pt x="143200" y="143496"/>
                  <a:pt x="124817" y="143496"/>
                </a:cubicBezTo>
                <a:close/>
                <a:moveTo>
                  <a:pt x="258167" y="143496"/>
                </a:moveTo>
                <a:cubicBezTo>
                  <a:pt x="239784" y="143496"/>
                  <a:pt x="224830" y="158450"/>
                  <a:pt x="224830" y="176834"/>
                </a:cubicBezTo>
                <a:cubicBezTo>
                  <a:pt x="224830" y="195217"/>
                  <a:pt x="239784" y="210171"/>
                  <a:pt x="258167" y="210171"/>
                </a:cubicBezTo>
                <a:cubicBezTo>
                  <a:pt x="276550" y="210171"/>
                  <a:pt x="291505" y="195217"/>
                  <a:pt x="291505" y="176834"/>
                </a:cubicBezTo>
                <a:cubicBezTo>
                  <a:pt x="291505" y="158450"/>
                  <a:pt x="276550" y="143496"/>
                  <a:pt x="258167" y="143496"/>
                </a:cubicBezTo>
                <a:close/>
                <a:moveTo>
                  <a:pt x="391517" y="143496"/>
                </a:moveTo>
                <a:cubicBezTo>
                  <a:pt x="373134" y="143496"/>
                  <a:pt x="358180" y="158450"/>
                  <a:pt x="358180" y="176834"/>
                </a:cubicBezTo>
                <a:cubicBezTo>
                  <a:pt x="358180" y="195217"/>
                  <a:pt x="373134" y="210171"/>
                  <a:pt x="391517" y="210171"/>
                </a:cubicBezTo>
                <a:cubicBezTo>
                  <a:pt x="409900" y="210171"/>
                  <a:pt x="424855" y="195217"/>
                  <a:pt x="424855" y="176834"/>
                </a:cubicBezTo>
                <a:cubicBezTo>
                  <a:pt x="424855" y="158450"/>
                  <a:pt x="409900" y="143496"/>
                  <a:pt x="391517" y="14349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 sz="1800"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107" name="椭圆 106"/>
          <p:cNvSpPr/>
          <p:nvPr/>
        </p:nvSpPr>
        <p:spPr>
          <a:xfrm>
            <a:off x="6484776" y="4752711"/>
            <a:ext cx="246764" cy="240485"/>
          </a:xfrm>
          <a:prstGeom prst="ellipse">
            <a:avLst/>
          </a:prstGeom>
          <a:solidFill>
            <a:schemeClr val="tx2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bg1"/>
              </a:solidFill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110" name="任意多边形 105"/>
          <p:cNvSpPr/>
          <p:nvPr/>
        </p:nvSpPr>
        <p:spPr bwMode="auto">
          <a:xfrm>
            <a:off x="6544585" y="4828645"/>
            <a:ext cx="114187" cy="88614"/>
          </a:xfrm>
          <a:custGeom>
            <a:avLst/>
            <a:gdLst>
              <a:gd name="connsiteX0" fmla="*/ 486767 w 514350"/>
              <a:gd name="connsiteY0" fmla="*/ 621 h 409575"/>
              <a:gd name="connsiteX1" fmla="*/ 515342 w 514350"/>
              <a:gd name="connsiteY1" fmla="*/ 29196 h 409575"/>
              <a:gd name="connsiteX2" fmla="*/ 515342 w 514350"/>
              <a:gd name="connsiteY2" fmla="*/ 324471 h 409575"/>
              <a:gd name="connsiteX3" fmla="*/ 486767 w 514350"/>
              <a:gd name="connsiteY3" fmla="*/ 353046 h 409575"/>
              <a:gd name="connsiteX4" fmla="*/ 192159 w 514350"/>
              <a:gd name="connsiteY4" fmla="*/ 353046 h 409575"/>
              <a:gd name="connsiteX5" fmla="*/ 115387 w 514350"/>
              <a:gd name="connsiteY5" fmla="*/ 410196 h 409575"/>
              <a:gd name="connsiteX6" fmla="*/ 115387 w 514350"/>
              <a:gd name="connsiteY6" fmla="*/ 353046 h 409575"/>
              <a:gd name="connsiteX7" fmla="*/ 29567 w 514350"/>
              <a:gd name="connsiteY7" fmla="*/ 353046 h 409575"/>
              <a:gd name="connsiteX8" fmla="*/ 992 w 514350"/>
              <a:gd name="connsiteY8" fmla="*/ 324471 h 409575"/>
              <a:gd name="connsiteX9" fmla="*/ 992 w 514350"/>
              <a:gd name="connsiteY9" fmla="*/ 29196 h 409575"/>
              <a:gd name="connsiteX10" fmla="*/ 29567 w 514350"/>
              <a:gd name="connsiteY10" fmla="*/ 621 h 409575"/>
              <a:gd name="connsiteX11" fmla="*/ 486767 w 514350"/>
              <a:gd name="connsiteY11" fmla="*/ 621 h 409575"/>
              <a:gd name="connsiteX12" fmla="*/ 124817 w 514350"/>
              <a:gd name="connsiteY12" fmla="*/ 143496 h 409575"/>
              <a:gd name="connsiteX13" fmla="*/ 91480 w 514350"/>
              <a:gd name="connsiteY13" fmla="*/ 176834 h 409575"/>
              <a:gd name="connsiteX14" fmla="*/ 124817 w 514350"/>
              <a:gd name="connsiteY14" fmla="*/ 210171 h 409575"/>
              <a:gd name="connsiteX15" fmla="*/ 158155 w 514350"/>
              <a:gd name="connsiteY15" fmla="*/ 176834 h 409575"/>
              <a:gd name="connsiteX16" fmla="*/ 124817 w 514350"/>
              <a:gd name="connsiteY16" fmla="*/ 143496 h 409575"/>
              <a:gd name="connsiteX17" fmla="*/ 258167 w 514350"/>
              <a:gd name="connsiteY17" fmla="*/ 143496 h 409575"/>
              <a:gd name="connsiteX18" fmla="*/ 224830 w 514350"/>
              <a:gd name="connsiteY18" fmla="*/ 176834 h 409575"/>
              <a:gd name="connsiteX19" fmla="*/ 258167 w 514350"/>
              <a:gd name="connsiteY19" fmla="*/ 210171 h 409575"/>
              <a:gd name="connsiteX20" fmla="*/ 291505 w 514350"/>
              <a:gd name="connsiteY20" fmla="*/ 176834 h 409575"/>
              <a:gd name="connsiteX21" fmla="*/ 258167 w 514350"/>
              <a:gd name="connsiteY21" fmla="*/ 143496 h 409575"/>
              <a:gd name="connsiteX22" fmla="*/ 391517 w 514350"/>
              <a:gd name="connsiteY22" fmla="*/ 143496 h 409575"/>
              <a:gd name="connsiteX23" fmla="*/ 358180 w 514350"/>
              <a:gd name="connsiteY23" fmla="*/ 176834 h 409575"/>
              <a:gd name="connsiteX24" fmla="*/ 391517 w 514350"/>
              <a:gd name="connsiteY24" fmla="*/ 210171 h 409575"/>
              <a:gd name="connsiteX25" fmla="*/ 424855 w 514350"/>
              <a:gd name="connsiteY25" fmla="*/ 176834 h 409575"/>
              <a:gd name="connsiteX26" fmla="*/ 391517 w 514350"/>
              <a:gd name="connsiteY26" fmla="*/ 143496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14350" h="409575">
                <a:moveTo>
                  <a:pt x="486767" y="621"/>
                </a:moveTo>
                <a:cubicBezTo>
                  <a:pt x="502579" y="621"/>
                  <a:pt x="515342" y="13385"/>
                  <a:pt x="515342" y="29196"/>
                </a:cubicBezTo>
                <a:lnTo>
                  <a:pt x="515342" y="324471"/>
                </a:lnTo>
                <a:cubicBezTo>
                  <a:pt x="515342" y="340282"/>
                  <a:pt x="502579" y="353046"/>
                  <a:pt x="486767" y="353046"/>
                </a:cubicBezTo>
                <a:lnTo>
                  <a:pt x="192159" y="353046"/>
                </a:lnTo>
                <a:lnTo>
                  <a:pt x="115387" y="410196"/>
                </a:lnTo>
                <a:lnTo>
                  <a:pt x="115387" y="353046"/>
                </a:lnTo>
                <a:lnTo>
                  <a:pt x="29567" y="353046"/>
                </a:lnTo>
                <a:cubicBezTo>
                  <a:pt x="13755" y="353046"/>
                  <a:pt x="992" y="340282"/>
                  <a:pt x="992" y="324471"/>
                </a:cubicBezTo>
                <a:lnTo>
                  <a:pt x="992" y="29196"/>
                </a:lnTo>
                <a:cubicBezTo>
                  <a:pt x="992" y="13385"/>
                  <a:pt x="13755" y="621"/>
                  <a:pt x="29567" y="621"/>
                </a:cubicBezTo>
                <a:lnTo>
                  <a:pt x="486767" y="621"/>
                </a:lnTo>
                <a:close/>
                <a:moveTo>
                  <a:pt x="124817" y="143496"/>
                </a:moveTo>
                <a:cubicBezTo>
                  <a:pt x="106434" y="143496"/>
                  <a:pt x="91480" y="158450"/>
                  <a:pt x="91480" y="176834"/>
                </a:cubicBezTo>
                <a:cubicBezTo>
                  <a:pt x="91480" y="195217"/>
                  <a:pt x="106434" y="210171"/>
                  <a:pt x="124817" y="210171"/>
                </a:cubicBezTo>
                <a:cubicBezTo>
                  <a:pt x="143200" y="210171"/>
                  <a:pt x="158155" y="195217"/>
                  <a:pt x="158155" y="176834"/>
                </a:cubicBezTo>
                <a:cubicBezTo>
                  <a:pt x="158155" y="158450"/>
                  <a:pt x="143200" y="143496"/>
                  <a:pt x="124817" y="143496"/>
                </a:cubicBezTo>
                <a:close/>
                <a:moveTo>
                  <a:pt x="258167" y="143496"/>
                </a:moveTo>
                <a:cubicBezTo>
                  <a:pt x="239784" y="143496"/>
                  <a:pt x="224830" y="158450"/>
                  <a:pt x="224830" y="176834"/>
                </a:cubicBezTo>
                <a:cubicBezTo>
                  <a:pt x="224830" y="195217"/>
                  <a:pt x="239784" y="210171"/>
                  <a:pt x="258167" y="210171"/>
                </a:cubicBezTo>
                <a:cubicBezTo>
                  <a:pt x="276550" y="210171"/>
                  <a:pt x="291505" y="195217"/>
                  <a:pt x="291505" y="176834"/>
                </a:cubicBezTo>
                <a:cubicBezTo>
                  <a:pt x="291505" y="158450"/>
                  <a:pt x="276550" y="143496"/>
                  <a:pt x="258167" y="143496"/>
                </a:cubicBezTo>
                <a:close/>
                <a:moveTo>
                  <a:pt x="391517" y="143496"/>
                </a:moveTo>
                <a:cubicBezTo>
                  <a:pt x="373134" y="143496"/>
                  <a:pt x="358180" y="158450"/>
                  <a:pt x="358180" y="176834"/>
                </a:cubicBezTo>
                <a:cubicBezTo>
                  <a:pt x="358180" y="195217"/>
                  <a:pt x="373134" y="210171"/>
                  <a:pt x="391517" y="210171"/>
                </a:cubicBezTo>
                <a:cubicBezTo>
                  <a:pt x="409900" y="210171"/>
                  <a:pt x="424855" y="195217"/>
                  <a:pt x="424855" y="176834"/>
                </a:cubicBezTo>
                <a:cubicBezTo>
                  <a:pt x="424855" y="158450"/>
                  <a:pt x="409900" y="143496"/>
                  <a:pt x="391517" y="14349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 sz="1800"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117" name="椭圆 116"/>
          <p:cNvSpPr/>
          <p:nvPr/>
        </p:nvSpPr>
        <p:spPr>
          <a:xfrm>
            <a:off x="6484776" y="3547754"/>
            <a:ext cx="246764" cy="240485"/>
          </a:xfrm>
          <a:prstGeom prst="ellipse">
            <a:avLst/>
          </a:prstGeom>
          <a:solidFill>
            <a:schemeClr val="accent5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bg1"/>
              </a:solidFill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120" name="任意多边形 105"/>
          <p:cNvSpPr/>
          <p:nvPr/>
        </p:nvSpPr>
        <p:spPr bwMode="auto">
          <a:xfrm>
            <a:off x="6544585" y="3623688"/>
            <a:ext cx="114187" cy="88614"/>
          </a:xfrm>
          <a:custGeom>
            <a:avLst/>
            <a:gdLst>
              <a:gd name="connsiteX0" fmla="*/ 486767 w 514350"/>
              <a:gd name="connsiteY0" fmla="*/ 621 h 409575"/>
              <a:gd name="connsiteX1" fmla="*/ 515342 w 514350"/>
              <a:gd name="connsiteY1" fmla="*/ 29196 h 409575"/>
              <a:gd name="connsiteX2" fmla="*/ 515342 w 514350"/>
              <a:gd name="connsiteY2" fmla="*/ 324471 h 409575"/>
              <a:gd name="connsiteX3" fmla="*/ 486767 w 514350"/>
              <a:gd name="connsiteY3" fmla="*/ 353046 h 409575"/>
              <a:gd name="connsiteX4" fmla="*/ 192159 w 514350"/>
              <a:gd name="connsiteY4" fmla="*/ 353046 h 409575"/>
              <a:gd name="connsiteX5" fmla="*/ 115387 w 514350"/>
              <a:gd name="connsiteY5" fmla="*/ 410196 h 409575"/>
              <a:gd name="connsiteX6" fmla="*/ 115387 w 514350"/>
              <a:gd name="connsiteY6" fmla="*/ 353046 h 409575"/>
              <a:gd name="connsiteX7" fmla="*/ 29567 w 514350"/>
              <a:gd name="connsiteY7" fmla="*/ 353046 h 409575"/>
              <a:gd name="connsiteX8" fmla="*/ 992 w 514350"/>
              <a:gd name="connsiteY8" fmla="*/ 324471 h 409575"/>
              <a:gd name="connsiteX9" fmla="*/ 992 w 514350"/>
              <a:gd name="connsiteY9" fmla="*/ 29196 h 409575"/>
              <a:gd name="connsiteX10" fmla="*/ 29567 w 514350"/>
              <a:gd name="connsiteY10" fmla="*/ 621 h 409575"/>
              <a:gd name="connsiteX11" fmla="*/ 486767 w 514350"/>
              <a:gd name="connsiteY11" fmla="*/ 621 h 409575"/>
              <a:gd name="connsiteX12" fmla="*/ 124817 w 514350"/>
              <a:gd name="connsiteY12" fmla="*/ 143496 h 409575"/>
              <a:gd name="connsiteX13" fmla="*/ 91480 w 514350"/>
              <a:gd name="connsiteY13" fmla="*/ 176834 h 409575"/>
              <a:gd name="connsiteX14" fmla="*/ 124817 w 514350"/>
              <a:gd name="connsiteY14" fmla="*/ 210171 h 409575"/>
              <a:gd name="connsiteX15" fmla="*/ 158155 w 514350"/>
              <a:gd name="connsiteY15" fmla="*/ 176834 h 409575"/>
              <a:gd name="connsiteX16" fmla="*/ 124817 w 514350"/>
              <a:gd name="connsiteY16" fmla="*/ 143496 h 409575"/>
              <a:gd name="connsiteX17" fmla="*/ 258167 w 514350"/>
              <a:gd name="connsiteY17" fmla="*/ 143496 h 409575"/>
              <a:gd name="connsiteX18" fmla="*/ 224830 w 514350"/>
              <a:gd name="connsiteY18" fmla="*/ 176834 h 409575"/>
              <a:gd name="connsiteX19" fmla="*/ 258167 w 514350"/>
              <a:gd name="connsiteY19" fmla="*/ 210171 h 409575"/>
              <a:gd name="connsiteX20" fmla="*/ 291505 w 514350"/>
              <a:gd name="connsiteY20" fmla="*/ 176834 h 409575"/>
              <a:gd name="connsiteX21" fmla="*/ 258167 w 514350"/>
              <a:gd name="connsiteY21" fmla="*/ 143496 h 409575"/>
              <a:gd name="connsiteX22" fmla="*/ 391517 w 514350"/>
              <a:gd name="connsiteY22" fmla="*/ 143496 h 409575"/>
              <a:gd name="connsiteX23" fmla="*/ 358180 w 514350"/>
              <a:gd name="connsiteY23" fmla="*/ 176834 h 409575"/>
              <a:gd name="connsiteX24" fmla="*/ 391517 w 514350"/>
              <a:gd name="connsiteY24" fmla="*/ 210171 h 409575"/>
              <a:gd name="connsiteX25" fmla="*/ 424855 w 514350"/>
              <a:gd name="connsiteY25" fmla="*/ 176834 h 409575"/>
              <a:gd name="connsiteX26" fmla="*/ 391517 w 514350"/>
              <a:gd name="connsiteY26" fmla="*/ 143496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14350" h="409575">
                <a:moveTo>
                  <a:pt x="486767" y="621"/>
                </a:moveTo>
                <a:cubicBezTo>
                  <a:pt x="502579" y="621"/>
                  <a:pt x="515342" y="13385"/>
                  <a:pt x="515342" y="29196"/>
                </a:cubicBezTo>
                <a:lnTo>
                  <a:pt x="515342" y="324471"/>
                </a:lnTo>
                <a:cubicBezTo>
                  <a:pt x="515342" y="340282"/>
                  <a:pt x="502579" y="353046"/>
                  <a:pt x="486767" y="353046"/>
                </a:cubicBezTo>
                <a:lnTo>
                  <a:pt x="192159" y="353046"/>
                </a:lnTo>
                <a:lnTo>
                  <a:pt x="115387" y="410196"/>
                </a:lnTo>
                <a:lnTo>
                  <a:pt x="115387" y="353046"/>
                </a:lnTo>
                <a:lnTo>
                  <a:pt x="29567" y="353046"/>
                </a:lnTo>
                <a:cubicBezTo>
                  <a:pt x="13755" y="353046"/>
                  <a:pt x="992" y="340282"/>
                  <a:pt x="992" y="324471"/>
                </a:cubicBezTo>
                <a:lnTo>
                  <a:pt x="992" y="29196"/>
                </a:lnTo>
                <a:cubicBezTo>
                  <a:pt x="992" y="13385"/>
                  <a:pt x="13755" y="621"/>
                  <a:pt x="29567" y="621"/>
                </a:cubicBezTo>
                <a:lnTo>
                  <a:pt x="486767" y="621"/>
                </a:lnTo>
                <a:close/>
                <a:moveTo>
                  <a:pt x="124817" y="143496"/>
                </a:moveTo>
                <a:cubicBezTo>
                  <a:pt x="106434" y="143496"/>
                  <a:pt x="91480" y="158450"/>
                  <a:pt x="91480" y="176834"/>
                </a:cubicBezTo>
                <a:cubicBezTo>
                  <a:pt x="91480" y="195217"/>
                  <a:pt x="106434" y="210171"/>
                  <a:pt x="124817" y="210171"/>
                </a:cubicBezTo>
                <a:cubicBezTo>
                  <a:pt x="143200" y="210171"/>
                  <a:pt x="158155" y="195217"/>
                  <a:pt x="158155" y="176834"/>
                </a:cubicBezTo>
                <a:cubicBezTo>
                  <a:pt x="158155" y="158450"/>
                  <a:pt x="143200" y="143496"/>
                  <a:pt x="124817" y="143496"/>
                </a:cubicBezTo>
                <a:close/>
                <a:moveTo>
                  <a:pt x="258167" y="143496"/>
                </a:moveTo>
                <a:cubicBezTo>
                  <a:pt x="239784" y="143496"/>
                  <a:pt x="224830" y="158450"/>
                  <a:pt x="224830" y="176834"/>
                </a:cubicBezTo>
                <a:cubicBezTo>
                  <a:pt x="224830" y="195217"/>
                  <a:pt x="239784" y="210171"/>
                  <a:pt x="258167" y="210171"/>
                </a:cubicBezTo>
                <a:cubicBezTo>
                  <a:pt x="276550" y="210171"/>
                  <a:pt x="291505" y="195217"/>
                  <a:pt x="291505" y="176834"/>
                </a:cubicBezTo>
                <a:cubicBezTo>
                  <a:pt x="291505" y="158450"/>
                  <a:pt x="276550" y="143496"/>
                  <a:pt x="258167" y="143496"/>
                </a:cubicBezTo>
                <a:close/>
                <a:moveTo>
                  <a:pt x="391517" y="143496"/>
                </a:moveTo>
                <a:cubicBezTo>
                  <a:pt x="373134" y="143496"/>
                  <a:pt x="358180" y="158450"/>
                  <a:pt x="358180" y="176834"/>
                </a:cubicBezTo>
                <a:cubicBezTo>
                  <a:pt x="358180" y="195217"/>
                  <a:pt x="373134" y="210171"/>
                  <a:pt x="391517" y="210171"/>
                </a:cubicBezTo>
                <a:cubicBezTo>
                  <a:pt x="409900" y="210171"/>
                  <a:pt x="424855" y="195217"/>
                  <a:pt x="424855" y="176834"/>
                </a:cubicBezTo>
                <a:cubicBezTo>
                  <a:pt x="424855" y="158450"/>
                  <a:pt x="409900" y="143496"/>
                  <a:pt x="391517" y="14349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 sz="1800"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143" name="圆角矩形 4"/>
          <p:cNvSpPr/>
          <p:nvPr/>
        </p:nvSpPr>
        <p:spPr>
          <a:xfrm rot="5400000">
            <a:off x="8613892" y="-73225"/>
            <a:ext cx="1076627" cy="5097457"/>
          </a:xfrm>
          <a:prstGeom prst="roundRect">
            <a:avLst>
              <a:gd name="adj" fmla="val 4070"/>
            </a:avLst>
          </a:prstGeom>
          <a:solidFill>
            <a:schemeClr val="bg2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112" name="椭圆 111"/>
          <p:cNvSpPr/>
          <p:nvPr/>
        </p:nvSpPr>
        <p:spPr>
          <a:xfrm>
            <a:off x="6484776" y="2361313"/>
            <a:ext cx="246764" cy="240485"/>
          </a:xfrm>
          <a:prstGeom prst="ellipse">
            <a:avLst/>
          </a:prstGeom>
          <a:solidFill>
            <a:schemeClr val="accent4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bg1"/>
              </a:solidFill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115" name="任意多边形 105"/>
          <p:cNvSpPr/>
          <p:nvPr/>
        </p:nvSpPr>
        <p:spPr bwMode="auto">
          <a:xfrm>
            <a:off x="6544585" y="2437247"/>
            <a:ext cx="114187" cy="88614"/>
          </a:xfrm>
          <a:custGeom>
            <a:avLst/>
            <a:gdLst>
              <a:gd name="connsiteX0" fmla="*/ 486767 w 514350"/>
              <a:gd name="connsiteY0" fmla="*/ 621 h 409575"/>
              <a:gd name="connsiteX1" fmla="*/ 515342 w 514350"/>
              <a:gd name="connsiteY1" fmla="*/ 29196 h 409575"/>
              <a:gd name="connsiteX2" fmla="*/ 515342 w 514350"/>
              <a:gd name="connsiteY2" fmla="*/ 324471 h 409575"/>
              <a:gd name="connsiteX3" fmla="*/ 486767 w 514350"/>
              <a:gd name="connsiteY3" fmla="*/ 353046 h 409575"/>
              <a:gd name="connsiteX4" fmla="*/ 192159 w 514350"/>
              <a:gd name="connsiteY4" fmla="*/ 353046 h 409575"/>
              <a:gd name="connsiteX5" fmla="*/ 115387 w 514350"/>
              <a:gd name="connsiteY5" fmla="*/ 410196 h 409575"/>
              <a:gd name="connsiteX6" fmla="*/ 115387 w 514350"/>
              <a:gd name="connsiteY6" fmla="*/ 353046 h 409575"/>
              <a:gd name="connsiteX7" fmla="*/ 29567 w 514350"/>
              <a:gd name="connsiteY7" fmla="*/ 353046 h 409575"/>
              <a:gd name="connsiteX8" fmla="*/ 992 w 514350"/>
              <a:gd name="connsiteY8" fmla="*/ 324471 h 409575"/>
              <a:gd name="connsiteX9" fmla="*/ 992 w 514350"/>
              <a:gd name="connsiteY9" fmla="*/ 29196 h 409575"/>
              <a:gd name="connsiteX10" fmla="*/ 29567 w 514350"/>
              <a:gd name="connsiteY10" fmla="*/ 621 h 409575"/>
              <a:gd name="connsiteX11" fmla="*/ 486767 w 514350"/>
              <a:gd name="connsiteY11" fmla="*/ 621 h 409575"/>
              <a:gd name="connsiteX12" fmla="*/ 124817 w 514350"/>
              <a:gd name="connsiteY12" fmla="*/ 143496 h 409575"/>
              <a:gd name="connsiteX13" fmla="*/ 91480 w 514350"/>
              <a:gd name="connsiteY13" fmla="*/ 176834 h 409575"/>
              <a:gd name="connsiteX14" fmla="*/ 124817 w 514350"/>
              <a:gd name="connsiteY14" fmla="*/ 210171 h 409575"/>
              <a:gd name="connsiteX15" fmla="*/ 158155 w 514350"/>
              <a:gd name="connsiteY15" fmla="*/ 176834 h 409575"/>
              <a:gd name="connsiteX16" fmla="*/ 124817 w 514350"/>
              <a:gd name="connsiteY16" fmla="*/ 143496 h 409575"/>
              <a:gd name="connsiteX17" fmla="*/ 258167 w 514350"/>
              <a:gd name="connsiteY17" fmla="*/ 143496 h 409575"/>
              <a:gd name="connsiteX18" fmla="*/ 224830 w 514350"/>
              <a:gd name="connsiteY18" fmla="*/ 176834 h 409575"/>
              <a:gd name="connsiteX19" fmla="*/ 258167 w 514350"/>
              <a:gd name="connsiteY19" fmla="*/ 210171 h 409575"/>
              <a:gd name="connsiteX20" fmla="*/ 291505 w 514350"/>
              <a:gd name="connsiteY20" fmla="*/ 176834 h 409575"/>
              <a:gd name="connsiteX21" fmla="*/ 258167 w 514350"/>
              <a:gd name="connsiteY21" fmla="*/ 143496 h 409575"/>
              <a:gd name="connsiteX22" fmla="*/ 391517 w 514350"/>
              <a:gd name="connsiteY22" fmla="*/ 143496 h 409575"/>
              <a:gd name="connsiteX23" fmla="*/ 358180 w 514350"/>
              <a:gd name="connsiteY23" fmla="*/ 176834 h 409575"/>
              <a:gd name="connsiteX24" fmla="*/ 391517 w 514350"/>
              <a:gd name="connsiteY24" fmla="*/ 210171 h 409575"/>
              <a:gd name="connsiteX25" fmla="*/ 424855 w 514350"/>
              <a:gd name="connsiteY25" fmla="*/ 176834 h 409575"/>
              <a:gd name="connsiteX26" fmla="*/ 391517 w 514350"/>
              <a:gd name="connsiteY26" fmla="*/ 143496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14350" h="409575">
                <a:moveTo>
                  <a:pt x="486767" y="621"/>
                </a:moveTo>
                <a:cubicBezTo>
                  <a:pt x="502579" y="621"/>
                  <a:pt x="515342" y="13385"/>
                  <a:pt x="515342" y="29196"/>
                </a:cubicBezTo>
                <a:lnTo>
                  <a:pt x="515342" y="324471"/>
                </a:lnTo>
                <a:cubicBezTo>
                  <a:pt x="515342" y="340282"/>
                  <a:pt x="502579" y="353046"/>
                  <a:pt x="486767" y="353046"/>
                </a:cubicBezTo>
                <a:lnTo>
                  <a:pt x="192159" y="353046"/>
                </a:lnTo>
                <a:lnTo>
                  <a:pt x="115387" y="410196"/>
                </a:lnTo>
                <a:lnTo>
                  <a:pt x="115387" y="353046"/>
                </a:lnTo>
                <a:lnTo>
                  <a:pt x="29567" y="353046"/>
                </a:lnTo>
                <a:cubicBezTo>
                  <a:pt x="13755" y="353046"/>
                  <a:pt x="992" y="340282"/>
                  <a:pt x="992" y="324471"/>
                </a:cubicBezTo>
                <a:lnTo>
                  <a:pt x="992" y="29196"/>
                </a:lnTo>
                <a:cubicBezTo>
                  <a:pt x="992" y="13385"/>
                  <a:pt x="13755" y="621"/>
                  <a:pt x="29567" y="621"/>
                </a:cubicBezTo>
                <a:lnTo>
                  <a:pt x="486767" y="621"/>
                </a:lnTo>
                <a:close/>
                <a:moveTo>
                  <a:pt x="124817" y="143496"/>
                </a:moveTo>
                <a:cubicBezTo>
                  <a:pt x="106434" y="143496"/>
                  <a:pt x="91480" y="158450"/>
                  <a:pt x="91480" y="176834"/>
                </a:cubicBezTo>
                <a:cubicBezTo>
                  <a:pt x="91480" y="195217"/>
                  <a:pt x="106434" y="210171"/>
                  <a:pt x="124817" y="210171"/>
                </a:cubicBezTo>
                <a:cubicBezTo>
                  <a:pt x="143200" y="210171"/>
                  <a:pt x="158155" y="195217"/>
                  <a:pt x="158155" y="176834"/>
                </a:cubicBezTo>
                <a:cubicBezTo>
                  <a:pt x="158155" y="158450"/>
                  <a:pt x="143200" y="143496"/>
                  <a:pt x="124817" y="143496"/>
                </a:cubicBezTo>
                <a:close/>
                <a:moveTo>
                  <a:pt x="258167" y="143496"/>
                </a:moveTo>
                <a:cubicBezTo>
                  <a:pt x="239784" y="143496"/>
                  <a:pt x="224830" y="158450"/>
                  <a:pt x="224830" y="176834"/>
                </a:cubicBezTo>
                <a:cubicBezTo>
                  <a:pt x="224830" y="195217"/>
                  <a:pt x="239784" y="210171"/>
                  <a:pt x="258167" y="210171"/>
                </a:cubicBezTo>
                <a:cubicBezTo>
                  <a:pt x="276550" y="210171"/>
                  <a:pt x="291505" y="195217"/>
                  <a:pt x="291505" y="176834"/>
                </a:cubicBezTo>
                <a:cubicBezTo>
                  <a:pt x="291505" y="158450"/>
                  <a:pt x="276550" y="143496"/>
                  <a:pt x="258167" y="143496"/>
                </a:cubicBezTo>
                <a:close/>
                <a:moveTo>
                  <a:pt x="391517" y="143496"/>
                </a:moveTo>
                <a:cubicBezTo>
                  <a:pt x="373134" y="143496"/>
                  <a:pt x="358180" y="158450"/>
                  <a:pt x="358180" y="176834"/>
                </a:cubicBezTo>
                <a:cubicBezTo>
                  <a:pt x="358180" y="195217"/>
                  <a:pt x="373134" y="210171"/>
                  <a:pt x="391517" y="210171"/>
                </a:cubicBezTo>
                <a:cubicBezTo>
                  <a:pt x="409900" y="210171"/>
                  <a:pt x="424855" y="195217"/>
                  <a:pt x="424855" y="176834"/>
                </a:cubicBezTo>
                <a:cubicBezTo>
                  <a:pt x="424855" y="158450"/>
                  <a:pt x="409900" y="143496"/>
                  <a:pt x="391517" y="14349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 sz="1800"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38" name="文本占位符 2"/>
          <p:cNvSpPr>
            <a:spLocks noGrp="1"/>
          </p:cNvSpPr>
          <p:nvPr>
            <p:ph type="body" sz="quarter" idx="20" hasCustomPrompt="1"/>
          </p:nvPr>
        </p:nvSpPr>
        <p:spPr>
          <a:xfrm>
            <a:off x="647385" y="1950697"/>
            <a:ext cx="5037649" cy="105223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900"/>
            </a:lvl5pPr>
          </a:lstStyle>
          <a:p>
            <a:pPr lvl="0"/>
            <a:r>
              <a:rPr lang="zh-CN" altLang="en-US"/>
              <a:t>单击此处编辑版文本样式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39" name="文本占位符 2"/>
          <p:cNvSpPr>
            <a:spLocks noGrp="1"/>
          </p:cNvSpPr>
          <p:nvPr>
            <p:ph type="body" sz="quarter" idx="21" hasCustomPrompt="1"/>
          </p:nvPr>
        </p:nvSpPr>
        <p:spPr>
          <a:xfrm>
            <a:off x="645105" y="3151056"/>
            <a:ext cx="5037649" cy="105223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900"/>
            </a:lvl5pPr>
          </a:lstStyle>
          <a:p>
            <a:pPr lvl="0"/>
            <a:r>
              <a:rPr lang="zh-CN" altLang="en-US"/>
              <a:t>单击此处编辑版文本样式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0" name="文本占位符 2"/>
          <p:cNvSpPr>
            <a:spLocks noGrp="1"/>
          </p:cNvSpPr>
          <p:nvPr>
            <p:ph type="body" sz="quarter" idx="22" hasCustomPrompt="1"/>
          </p:nvPr>
        </p:nvSpPr>
        <p:spPr>
          <a:xfrm>
            <a:off x="642825" y="4330870"/>
            <a:ext cx="5037649" cy="105223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900"/>
            </a:lvl5pPr>
          </a:lstStyle>
          <a:p>
            <a:pPr lvl="0"/>
            <a:r>
              <a:rPr lang="zh-CN" altLang="en-US"/>
              <a:t>单击此处编辑版文本样式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2" name="文本占位符 2"/>
          <p:cNvSpPr>
            <a:spLocks noGrp="1"/>
          </p:cNvSpPr>
          <p:nvPr>
            <p:ph type="body" sz="quarter" idx="23" hasCustomPrompt="1"/>
          </p:nvPr>
        </p:nvSpPr>
        <p:spPr>
          <a:xfrm>
            <a:off x="6658905" y="3138581"/>
            <a:ext cx="5037649" cy="105223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900"/>
            </a:lvl5pPr>
          </a:lstStyle>
          <a:p>
            <a:pPr lvl="0"/>
            <a:r>
              <a:rPr lang="zh-CN" altLang="en-US"/>
              <a:t>单击此处编辑版文本样式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4" name="文本占位符 2"/>
          <p:cNvSpPr>
            <a:spLocks noGrp="1"/>
          </p:cNvSpPr>
          <p:nvPr>
            <p:ph type="body" sz="quarter" idx="25" hasCustomPrompt="1"/>
          </p:nvPr>
        </p:nvSpPr>
        <p:spPr>
          <a:xfrm>
            <a:off x="6654345" y="4339434"/>
            <a:ext cx="5037649" cy="105223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900"/>
            </a:lvl5pPr>
          </a:lstStyle>
          <a:p>
            <a:pPr lvl="0"/>
            <a:r>
              <a:rPr lang="zh-CN" altLang="en-US"/>
              <a:t>单击此处编辑版文本样式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5" name="文本占位符 2"/>
          <p:cNvSpPr>
            <a:spLocks noGrp="1"/>
          </p:cNvSpPr>
          <p:nvPr>
            <p:ph type="body" sz="quarter" idx="26" hasCustomPrompt="1"/>
          </p:nvPr>
        </p:nvSpPr>
        <p:spPr>
          <a:xfrm>
            <a:off x="6629228" y="1955345"/>
            <a:ext cx="5037649" cy="105223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900"/>
            </a:lvl5pPr>
          </a:lstStyle>
          <a:p>
            <a:pPr lvl="0"/>
            <a:r>
              <a:rPr lang="zh-CN" altLang="en-US"/>
              <a:t>单击此处编辑版文本样式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27" name="灯片编号占位符 4"/>
          <p:cNvSpPr>
            <a:spLocks noGrp="1"/>
          </p:cNvSpPr>
          <p:nvPr>
            <p:ph type="sldNum" sz="quarter" idx="4"/>
          </p:nvPr>
        </p:nvSpPr>
        <p:spPr>
          <a:xfrm flipH="1">
            <a:off x="11205115" y="6489701"/>
            <a:ext cx="500524" cy="376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AED39-47C5-4F21-B93C-39BDEADD8457}" type="slidenum">
              <a:rPr lang="en-US" altLang="zh-CN" smtClean="0"/>
              <a:t>‹#›</a:t>
            </a:fld>
            <a:endParaRPr lang="zh-CN" altLang="en-US"/>
          </a:p>
        </p:txBody>
      </p:sp>
      <p:sp>
        <p:nvSpPr>
          <p:cNvPr id="29" name="标题占位符 1"/>
          <p:cNvSpPr>
            <a:spLocks noGrp="1"/>
          </p:cNvSpPr>
          <p:nvPr>
            <p:ph type="title"/>
          </p:nvPr>
        </p:nvSpPr>
        <p:spPr>
          <a:xfrm>
            <a:off x="474662" y="352165"/>
            <a:ext cx="9193769" cy="381431"/>
          </a:xfrm>
          <a:prstGeom prst="rect">
            <a:avLst/>
          </a:prstGeom>
        </p:spPr>
        <p:txBody>
          <a:bodyPr/>
          <a:lstStyle/>
          <a:p>
            <a:pPr marL="0" lvl="0">
              <a:lnSpc>
                <a:spcPct val="100000"/>
              </a:lnSpc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并列-6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57"/>
          <p:cNvSpPr/>
          <p:nvPr/>
        </p:nvSpPr>
        <p:spPr>
          <a:xfrm>
            <a:off x="841828" y="2010370"/>
            <a:ext cx="10859105" cy="3678256"/>
          </a:xfrm>
          <a:prstGeom prst="roundRect">
            <a:avLst>
              <a:gd name="adj" fmla="val 0"/>
            </a:avLst>
          </a:prstGeom>
          <a:noFill/>
          <a:ln w="3175" cap="rnd">
            <a:solidFill>
              <a:schemeClr val="accent1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r>
              <a:rPr lang="en-US" altLang="zh-CN" sz="2000" b="1">
                <a:solidFill>
                  <a:schemeClr val="bg1"/>
                </a:solidFill>
                <a:ea typeface="Source Han Sans CN Regular" panose="020B0500000000000000" charset="-122"/>
                <a:cs typeface="HelveticaNeueLT Pro 55 Roman" panose="020B0604020202020204" pitchFamily="34" charset="0"/>
              </a:rPr>
              <a:t> </a:t>
            </a:r>
            <a:endParaRPr lang="zh-CN" altLang="en-US" sz="2000" b="1" dirty="0">
              <a:solidFill>
                <a:schemeClr val="bg1"/>
              </a:solidFill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599029" y="2504010"/>
            <a:ext cx="491753" cy="479410"/>
          </a:xfrm>
          <a:prstGeom prst="ellipse">
            <a:avLst/>
          </a:prstGeom>
          <a:solidFill>
            <a:schemeClr val="accent1"/>
          </a:solidFill>
          <a:ln w="190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592486" y="3610377"/>
            <a:ext cx="491753" cy="479410"/>
          </a:xfrm>
          <a:prstGeom prst="ellipse">
            <a:avLst/>
          </a:prstGeom>
          <a:solidFill>
            <a:schemeClr val="accent3"/>
          </a:solidFill>
          <a:ln w="190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bg1"/>
              </a:solidFill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92485" y="4716744"/>
            <a:ext cx="491753" cy="479410"/>
          </a:xfrm>
          <a:prstGeom prst="ellipse">
            <a:avLst/>
          </a:prstGeom>
          <a:solidFill>
            <a:schemeClr val="accent2"/>
          </a:solidFill>
          <a:ln w="190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bg1"/>
              </a:solidFill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42" name="椭圆 41"/>
          <p:cNvSpPr/>
          <p:nvPr/>
        </p:nvSpPr>
        <p:spPr>
          <a:xfrm>
            <a:off x="6270156" y="2490155"/>
            <a:ext cx="491753" cy="479410"/>
          </a:xfrm>
          <a:prstGeom prst="ellipse">
            <a:avLst/>
          </a:prstGeom>
          <a:solidFill>
            <a:schemeClr val="accent4"/>
          </a:solidFill>
          <a:ln w="190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6263613" y="3596522"/>
            <a:ext cx="491753" cy="479410"/>
          </a:xfrm>
          <a:prstGeom prst="ellipse">
            <a:avLst/>
          </a:prstGeom>
          <a:solidFill>
            <a:schemeClr val="accent5"/>
          </a:solidFill>
          <a:ln w="190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bg1"/>
              </a:solidFill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6263612" y="4702889"/>
            <a:ext cx="491753" cy="479410"/>
          </a:xfrm>
          <a:prstGeom prst="ellipse">
            <a:avLst/>
          </a:prstGeom>
          <a:solidFill>
            <a:schemeClr val="tx2"/>
          </a:solidFill>
          <a:ln w="190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bg1"/>
              </a:solidFill>
              <a:ea typeface="Source Han Sans CN Regular" panose="020B0500000000000000" charset="-122"/>
              <a:cs typeface="HelveticaNeueLT Pro 55 Roman" panose="020B0604020202020204" pitchFamily="34" charset="0"/>
            </a:endParaRPr>
          </a:p>
        </p:txBody>
      </p:sp>
      <p:sp>
        <p:nvSpPr>
          <p:cNvPr id="22" name="文本占位符 2"/>
          <p:cNvSpPr>
            <a:spLocks noGrp="1"/>
          </p:cNvSpPr>
          <p:nvPr>
            <p:ph type="body" sz="quarter" idx="24" hasCustomPrompt="1"/>
          </p:nvPr>
        </p:nvSpPr>
        <p:spPr>
          <a:xfrm>
            <a:off x="1301380" y="2260314"/>
            <a:ext cx="4093693" cy="955497"/>
          </a:xfrm>
        </p:spPr>
        <p:txBody>
          <a:bodyPr>
            <a:noAutofit/>
          </a:bodyPr>
          <a:lstStyle>
            <a:lvl1pPr algn="l">
              <a:lnSpc>
                <a:spcPct val="120000"/>
              </a:lnSpc>
              <a:spcBef>
                <a:spcPts val="600"/>
              </a:spcBef>
              <a:defRPr sz="1400"/>
            </a:lvl1pPr>
            <a:lvl2pPr algn="l">
              <a:lnSpc>
                <a:spcPct val="120000"/>
              </a:lnSpc>
              <a:defRPr sz="1200"/>
            </a:lvl2pPr>
            <a:lvl3pPr algn="l">
              <a:lnSpc>
                <a:spcPct val="120000"/>
              </a:lnSpc>
              <a:defRPr sz="1100"/>
            </a:lvl3pPr>
            <a:lvl4pPr algn="l">
              <a:lnSpc>
                <a:spcPct val="120000"/>
              </a:lnSpc>
              <a:defRPr sz="1050"/>
            </a:lvl4pPr>
            <a:lvl5pPr algn="l">
              <a:lnSpc>
                <a:spcPct val="120000"/>
              </a:lnSpc>
              <a:defRPr sz="900"/>
            </a:lvl5pPr>
          </a:lstStyle>
          <a:p>
            <a:pPr lvl="0"/>
            <a:r>
              <a:rPr lang="zh-CN" altLang="en-US"/>
              <a:t>单击此处编辑版文本样式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24" name="文本占位符 2"/>
          <p:cNvSpPr>
            <a:spLocks noGrp="1"/>
          </p:cNvSpPr>
          <p:nvPr>
            <p:ph type="body" sz="quarter" idx="25" hasCustomPrompt="1"/>
          </p:nvPr>
        </p:nvSpPr>
        <p:spPr>
          <a:xfrm>
            <a:off x="1299100" y="3368208"/>
            <a:ext cx="4093693" cy="955497"/>
          </a:xfrm>
        </p:spPr>
        <p:txBody>
          <a:bodyPr>
            <a:noAutofit/>
          </a:bodyPr>
          <a:lstStyle>
            <a:lvl1pPr algn="l">
              <a:lnSpc>
                <a:spcPct val="120000"/>
              </a:lnSpc>
              <a:defRPr sz="1400"/>
            </a:lvl1pPr>
            <a:lvl2pPr algn="l">
              <a:lnSpc>
                <a:spcPct val="120000"/>
              </a:lnSpc>
              <a:defRPr sz="1200"/>
            </a:lvl2pPr>
            <a:lvl3pPr algn="l">
              <a:lnSpc>
                <a:spcPct val="120000"/>
              </a:lnSpc>
              <a:defRPr sz="1100"/>
            </a:lvl3pPr>
            <a:lvl4pPr algn="l">
              <a:lnSpc>
                <a:spcPct val="120000"/>
              </a:lnSpc>
              <a:defRPr sz="1050"/>
            </a:lvl4pPr>
            <a:lvl5pPr algn="l">
              <a:lnSpc>
                <a:spcPct val="120000"/>
              </a:lnSpc>
              <a:defRPr sz="900"/>
            </a:lvl5pPr>
          </a:lstStyle>
          <a:p>
            <a:pPr lvl="0"/>
            <a:r>
              <a:rPr lang="zh-CN" altLang="en-US"/>
              <a:t>单击此处编辑版文本样式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25" name="文本占位符 2"/>
          <p:cNvSpPr>
            <a:spLocks noGrp="1"/>
          </p:cNvSpPr>
          <p:nvPr>
            <p:ph type="body" sz="quarter" idx="26" hasCustomPrompt="1"/>
          </p:nvPr>
        </p:nvSpPr>
        <p:spPr>
          <a:xfrm>
            <a:off x="1296820" y="4476102"/>
            <a:ext cx="4093693" cy="955497"/>
          </a:xfrm>
        </p:spPr>
        <p:txBody>
          <a:bodyPr>
            <a:noAutofit/>
          </a:bodyPr>
          <a:lstStyle>
            <a:lvl1pPr algn="l">
              <a:lnSpc>
                <a:spcPct val="120000"/>
              </a:lnSpc>
              <a:defRPr sz="1400"/>
            </a:lvl1pPr>
            <a:lvl2pPr algn="l">
              <a:lnSpc>
                <a:spcPct val="120000"/>
              </a:lnSpc>
              <a:defRPr sz="1200"/>
            </a:lvl2pPr>
            <a:lvl3pPr algn="l">
              <a:lnSpc>
                <a:spcPct val="120000"/>
              </a:lnSpc>
              <a:defRPr sz="1100"/>
            </a:lvl3pPr>
            <a:lvl4pPr algn="l">
              <a:lnSpc>
                <a:spcPct val="120000"/>
              </a:lnSpc>
              <a:defRPr sz="1050"/>
            </a:lvl4pPr>
            <a:lvl5pPr algn="l">
              <a:lnSpc>
                <a:spcPct val="120000"/>
              </a:lnSpc>
              <a:defRPr sz="900"/>
            </a:lvl5pPr>
          </a:lstStyle>
          <a:p>
            <a:pPr lvl="0"/>
            <a:r>
              <a:rPr lang="zh-CN" altLang="en-US"/>
              <a:t>单击此处编辑版文本样式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26" name="文本占位符 2"/>
          <p:cNvSpPr>
            <a:spLocks noGrp="1"/>
          </p:cNvSpPr>
          <p:nvPr>
            <p:ph type="body" sz="quarter" idx="27" hasCustomPrompt="1"/>
          </p:nvPr>
        </p:nvSpPr>
        <p:spPr>
          <a:xfrm>
            <a:off x="7011535" y="2258604"/>
            <a:ext cx="4093693" cy="955497"/>
          </a:xfrm>
        </p:spPr>
        <p:txBody>
          <a:bodyPr>
            <a:noAutofit/>
          </a:bodyPr>
          <a:lstStyle>
            <a:lvl1pPr algn="l">
              <a:lnSpc>
                <a:spcPct val="120000"/>
              </a:lnSpc>
              <a:defRPr sz="1400"/>
            </a:lvl1pPr>
            <a:lvl2pPr algn="l">
              <a:lnSpc>
                <a:spcPct val="120000"/>
              </a:lnSpc>
              <a:defRPr sz="1200"/>
            </a:lvl2pPr>
            <a:lvl3pPr algn="l">
              <a:lnSpc>
                <a:spcPct val="120000"/>
              </a:lnSpc>
              <a:defRPr sz="1100"/>
            </a:lvl3pPr>
            <a:lvl4pPr algn="l">
              <a:lnSpc>
                <a:spcPct val="120000"/>
              </a:lnSpc>
              <a:defRPr sz="1050"/>
            </a:lvl4pPr>
            <a:lvl5pPr algn="l">
              <a:lnSpc>
                <a:spcPct val="120000"/>
              </a:lnSpc>
              <a:defRPr sz="900"/>
            </a:lvl5pPr>
          </a:lstStyle>
          <a:p>
            <a:pPr lvl="0"/>
            <a:r>
              <a:rPr lang="zh-CN" altLang="en-US"/>
              <a:t>单击此处编辑版文本样式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27" name="文本占位符 2"/>
          <p:cNvSpPr>
            <a:spLocks noGrp="1"/>
          </p:cNvSpPr>
          <p:nvPr>
            <p:ph type="body" sz="quarter" idx="28" hasCustomPrompt="1"/>
          </p:nvPr>
        </p:nvSpPr>
        <p:spPr>
          <a:xfrm>
            <a:off x="7009255" y="3366498"/>
            <a:ext cx="4093693" cy="955497"/>
          </a:xfrm>
        </p:spPr>
        <p:txBody>
          <a:bodyPr>
            <a:noAutofit/>
          </a:bodyPr>
          <a:lstStyle>
            <a:lvl1pPr algn="l">
              <a:lnSpc>
                <a:spcPct val="120000"/>
              </a:lnSpc>
              <a:defRPr sz="1400"/>
            </a:lvl1pPr>
            <a:lvl2pPr algn="l">
              <a:lnSpc>
                <a:spcPct val="120000"/>
              </a:lnSpc>
              <a:defRPr sz="1200"/>
            </a:lvl2pPr>
            <a:lvl3pPr algn="l">
              <a:lnSpc>
                <a:spcPct val="120000"/>
              </a:lnSpc>
              <a:defRPr sz="1100"/>
            </a:lvl3pPr>
            <a:lvl4pPr algn="l">
              <a:lnSpc>
                <a:spcPct val="120000"/>
              </a:lnSpc>
              <a:defRPr sz="1050"/>
            </a:lvl4pPr>
            <a:lvl5pPr algn="l">
              <a:lnSpc>
                <a:spcPct val="120000"/>
              </a:lnSpc>
              <a:defRPr sz="900"/>
            </a:lvl5pPr>
          </a:lstStyle>
          <a:p>
            <a:pPr lvl="0"/>
            <a:r>
              <a:rPr lang="zh-CN" altLang="en-US"/>
              <a:t>单击此处编辑版文本样式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28" name="文本占位符 2"/>
          <p:cNvSpPr>
            <a:spLocks noGrp="1"/>
          </p:cNvSpPr>
          <p:nvPr>
            <p:ph type="body" sz="quarter" idx="29" hasCustomPrompt="1"/>
          </p:nvPr>
        </p:nvSpPr>
        <p:spPr>
          <a:xfrm>
            <a:off x="7006975" y="4474392"/>
            <a:ext cx="4093693" cy="955497"/>
          </a:xfrm>
        </p:spPr>
        <p:txBody>
          <a:bodyPr>
            <a:noAutofit/>
          </a:bodyPr>
          <a:lstStyle>
            <a:lvl1pPr algn="l">
              <a:lnSpc>
                <a:spcPct val="120000"/>
              </a:lnSpc>
              <a:defRPr sz="1400"/>
            </a:lvl1pPr>
            <a:lvl2pPr algn="l">
              <a:lnSpc>
                <a:spcPct val="120000"/>
              </a:lnSpc>
              <a:defRPr sz="1200"/>
            </a:lvl2pPr>
            <a:lvl3pPr algn="l">
              <a:lnSpc>
                <a:spcPct val="120000"/>
              </a:lnSpc>
              <a:defRPr sz="1100"/>
            </a:lvl3pPr>
            <a:lvl4pPr algn="l">
              <a:lnSpc>
                <a:spcPct val="120000"/>
              </a:lnSpc>
              <a:defRPr sz="1050"/>
            </a:lvl4pPr>
            <a:lvl5pPr algn="l">
              <a:lnSpc>
                <a:spcPct val="120000"/>
              </a:lnSpc>
              <a:defRPr sz="900"/>
            </a:lvl5pPr>
          </a:lstStyle>
          <a:p>
            <a:pPr lvl="0"/>
            <a:r>
              <a:rPr lang="zh-CN" altLang="en-US"/>
              <a:t>单击此处编辑版文本样式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6" name="灯片编号占位符 4"/>
          <p:cNvSpPr>
            <a:spLocks noGrp="1"/>
          </p:cNvSpPr>
          <p:nvPr>
            <p:ph type="sldNum" sz="quarter" idx="4"/>
          </p:nvPr>
        </p:nvSpPr>
        <p:spPr>
          <a:xfrm flipH="1">
            <a:off x="11205115" y="6489701"/>
            <a:ext cx="500524" cy="376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AED39-47C5-4F21-B93C-39BDEADD8457}" type="slidenum">
              <a:rPr lang="en-US" altLang="zh-CN" smtClean="0"/>
              <a:t>‹#›</a:t>
            </a:fld>
            <a:endParaRPr lang="zh-CN" altLang="en-US"/>
          </a:p>
        </p:txBody>
      </p:sp>
      <p:sp>
        <p:nvSpPr>
          <p:cNvPr id="18" name="标题占位符 1"/>
          <p:cNvSpPr>
            <a:spLocks noGrp="1"/>
          </p:cNvSpPr>
          <p:nvPr>
            <p:ph type="title"/>
          </p:nvPr>
        </p:nvSpPr>
        <p:spPr>
          <a:xfrm>
            <a:off x="474662" y="352165"/>
            <a:ext cx="9193769" cy="381431"/>
          </a:xfrm>
          <a:prstGeom prst="rect">
            <a:avLst/>
          </a:prstGeom>
        </p:spPr>
        <p:txBody>
          <a:bodyPr/>
          <a:lstStyle/>
          <a:p>
            <a:pPr marL="0" lvl="0">
              <a:lnSpc>
                <a:spcPct val="100000"/>
              </a:lnSpc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-1图一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2"/>
          <p:cNvSpPr>
            <a:spLocks noGrp="1"/>
          </p:cNvSpPr>
          <p:nvPr>
            <p:ph type="body" sz="quarter" idx="17" hasCustomPrompt="1"/>
          </p:nvPr>
        </p:nvSpPr>
        <p:spPr>
          <a:xfrm>
            <a:off x="6274778" y="2268049"/>
            <a:ext cx="3682999" cy="339966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buNone/>
              <a:defRPr sz="2000">
                <a:solidFill>
                  <a:schemeClr val="accent1"/>
                </a:solidFill>
                <a:latin typeface="+mj-ea"/>
                <a:ea typeface="+mj-ea"/>
              </a:defRPr>
            </a:lvl1pPr>
            <a:lvl2pPr>
              <a:defRPr sz="1600">
                <a:solidFill>
                  <a:schemeClr val="bg1"/>
                </a:solidFill>
                <a:latin typeface="+mj-ea"/>
                <a:ea typeface="+mj-ea"/>
              </a:defRPr>
            </a:lvl2pPr>
            <a:lvl3pPr>
              <a:defRPr sz="1600">
                <a:solidFill>
                  <a:schemeClr val="bg1"/>
                </a:solidFill>
                <a:latin typeface="+mj-ea"/>
                <a:ea typeface="+mj-ea"/>
              </a:defRPr>
            </a:lvl3pPr>
            <a:lvl4pPr>
              <a:defRPr sz="1600">
                <a:solidFill>
                  <a:schemeClr val="bg1"/>
                </a:solidFill>
                <a:latin typeface="+mj-ea"/>
                <a:ea typeface="+mj-ea"/>
              </a:defRPr>
            </a:lvl4pPr>
            <a:lvl5pPr>
              <a:defRPr sz="1600">
                <a:solidFill>
                  <a:schemeClr val="bg1"/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文本占位符 7"/>
          <p:cNvSpPr>
            <a:spLocks noGrp="1"/>
          </p:cNvSpPr>
          <p:nvPr>
            <p:ph type="body" sz="quarter" idx="18" hasCustomPrompt="1"/>
          </p:nvPr>
        </p:nvSpPr>
        <p:spPr>
          <a:xfrm>
            <a:off x="6274778" y="2642456"/>
            <a:ext cx="5013741" cy="314309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4"/>
          </p:nvPr>
        </p:nvSpPr>
        <p:spPr>
          <a:xfrm flipH="1">
            <a:off x="11205115" y="6489701"/>
            <a:ext cx="500524" cy="376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AED39-47C5-4F21-B93C-39BDEADD8457}" type="slidenum">
              <a:rPr lang="en-US" altLang="zh-CN" smtClean="0"/>
              <a:t>‹#›</a:t>
            </a:fld>
            <a:endParaRPr lang="zh-CN" altLang="en-US"/>
          </a:p>
        </p:txBody>
      </p:sp>
      <p:sp>
        <p:nvSpPr>
          <p:cNvPr id="9" name="内容占位符 10"/>
          <p:cNvSpPr>
            <a:spLocks noGrp="1"/>
          </p:cNvSpPr>
          <p:nvPr>
            <p:ph sz="quarter" idx="24" hasCustomPrompt="1"/>
          </p:nvPr>
        </p:nvSpPr>
        <p:spPr>
          <a:xfrm>
            <a:off x="845702" y="1793947"/>
            <a:ext cx="5247341" cy="3998259"/>
          </a:xfrm>
        </p:spPr>
        <p:txBody>
          <a:bodyPr>
            <a:normAutofit/>
          </a:bodyPr>
          <a:lstStyle>
            <a:lvl1pPr algn="l">
              <a:defRPr sz="1800"/>
            </a:lvl1pPr>
            <a:lvl2pPr algn="l">
              <a:defRPr sz="1400"/>
            </a:lvl2pPr>
            <a:lvl3pPr algn="l">
              <a:defRPr sz="1200"/>
            </a:lvl3pPr>
            <a:lvl4pPr algn="l">
              <a:defRPr sz="1100"/>
            </a:lvl4pPr>
            <a:lvl5pPr algn="l">
              <a:defRPr sz="10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474662" y="352165"/>
            <a:ext cx="9193769" cy="381431"/>
          </a:xfrm>
          <a:prstGeom prst="rect">
            <a:avLst/>
          </a:prstGeom>
        </p:spPr>
        <p:txBody>
          <a:bodyPr/>
          <a:lstStyle/>
          <a:p>
            <a:pPr marL="0" lvl="0">
              <a:lnSpc>
                <a:spcPct val="100000"/>
              </a:lnSpc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4"/>
          <p:cNvSpPr>
            <a:spLocks noGrp="1"/>
          </p:cNvSpPr>
          <p:nvPr>
            <p:ph type="sldNum" sz="quarter" idx="4"/>
          </p:nvPr>
        </p:nvSpPr>
        <p:spPr>
          <a:xfrm flipH="1">
            <a:off x="11205115" y="6489701"/>
            <a:ext cx="500524" cy="376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AED39-47C5-4F21-B93C-39BDEADD8457}" type="slidenum">
              <a:rPr lang="en-US" altLang="zh-CN" smtClean="0"/>
              <a:t>‹#›</a:t>
            </a:fld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sz="quarter" idx="10" hasCustomPrompt="1"/>
          </p:nvPr>
        </p:nvSpPr>
        <p:spPr>
          <a:xfrm>
            <a:off x="668867" y="1809750"/>
            <a:ext cx="11032067" cy="2045540"/>
          </a:xfr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  <p:sp>
        <p:nvSpPr>
          <p:cNvPr id="6" name="标题占位符 1"/>
          <p:cNvSpPr>
            <a:spLocks noGrp="1"/>
          </p:cNvSpPr>
          <p:nvPr>
            <p:ph type="title"/>
          </p:nvPr>
        </p:nvSpPr>
        <p:spPr>
          <a:xfrm>
            <a:off x="474662" y="352165"/>
            <a:ext cx="9193769" cy="381431"/>
          </a:xfrm>
          <a:prstGeom prst="rect">
            <a:avLst/>
          </a:prstGeom>
        </p:spPr>
        <p:txBody>
          <a:bodyPr/>
          <a:lstStyle/>
          <a:p>
            <a:pPr marL="0" lvl="0">
              <a:lnSpc>
                <a:spcPct val="100000"/>
              </a:lnSpc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4"/>
          <p:cNvSpPr>
            <a:spLocks noGrp="1"/>
          </p:cNvSpPr>
          <p:nvPr>
            <p:ph type="sldNum" sz="quarter" idx="4"/>
          </p:nvPr>
        </p:nvSpPr>
        <p:spPr>
          <a:xfrm flipH="1">
            <a:off x="11205115" y="6489701"/>
            <a:ext cx="500524" cy="376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AED39-47C5-4F21-B93C-39BDEADD8457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79"/>
          <a:stretch>
            <a:fillRect/>
          </a:stretch>
        </p:blipFill>
        <p:spPr>
          <a:xfrm flipH="1">
            <a:off x="0" y="0"/>
            <a:ext cx="12192000" cy="6846849"/>
          </a:xfrm>
          <a:prstGeom prst="rect">
            <a:avLst/>
          </a:prstGeom>
        </p:spPr>
      </p:pic>
      <p:sp>
        <p:nvSpPr>
          <p:cNvPr id="34" name="直角三角形 33"/>
          <p:cNvSpPr/>
          <p:nvPr/>
        </p:nvSpPr>
        <p:spPr>
          <a:xfrm flipH="1" flipV="1">
            <a:off x="7175449" y="0"/>
            <a:ext cx="5029200" cy="5029200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HelveticaNeueLT Pro 55 Roman" panose="020B0604020202020204" pitchFamily="34" charset="0"/>
            </a:endParaRPr>
          </a:p>
        </p:txBody>
      </p:sp>
      <p:sp>
        <p:nvSpPr>
          <p:cNvPr id="15" name="任意多边形 14"/>
          <p:cNvSpPr/>
          <p:nvPr/>
        </p:nvSpPr>
        <p:spPr>
          <a:xfrm flipH="1">
            <a:off x="3541496" y="0"/>
            <a:ext cx="8663152" cy="6846849"/>
          </a:xfrm>
          <a:custGeom>
            <a:avLst/>
            <a:gdLst>
              <a:gd name="connsiteX0" fmla="*/ 0 w 8722759"/>
              <a:gd name="connsiteY0" fmla="*/ 3174714 h 6893959"/>
              <a:gd name="connsiteX1" fmla="*/ 3462391 w 8722759"/>
              <a:gd name="connsiteY1" fmla="*/ 6883685 h 6893959"/>
              <a:gd name="connsiteX2" fmla="*/ 8722759 w 8722759"/>
              <a:gd name="connsiteY2" fmla="*/ 6893959 h 6893959"/>
              <a:gd name="connsiteX3" fmla="*/ 2085654 w 8722759"/>
              <a:gd name="connsiteY3" fmla="*/ 20548 h 6893959"/>
              <a:gd name="connsiteX4" fmla="*/ 10274 w 8722759"/>
              <a:gd name="connsiteY4" fmla="*/ 0 h 6893959"/>
              <a:gd name="connsiteX5" fmla="*/ 0 w 8722759"/>
              <a:gd name="connsiteY5" fmla="*/ 3174714 h 6893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22759" h="6893959">
                <a:moveTo>
                  <a:pt x="0" y="3174714"/>
                </a:moveTo>
                <a:lnTo>
                  <a:pt x="3462391" y="6883685"/>
                </a:lnTo>
                <a:lnTo>
                  <a:pt x="8722759" y="6893959"/>
                </a:lnTo>
                <a:lnTo>
                  <a:pt x="2085654" y="20548"/>
                </a:lnTo>
                <a:lnTo>
                  <a:pt x="10274" y="0"/>
                </a:lnTo>
                <a:cubicBezTo>
                  <a:pt x="13699" y="1065088"/>
                  <a:pt x="17123" y="2130175"/>
                  <a:pt x="0" y="3174714"/>
                </a:cubicBezTo>
                <a:close/>
              </a:path>
            </a:pathLst>
          </a:custGeom>
          <a:solidFill>
            <a:schemeClr val="accent1">
              <a:alpha val="60000"/>
            </a:schemeClr>
          </a:solidFill>
          <a:ln w="12700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fontAlgn="ctr"/>
            <a:endParaRPr lang="en-US" sz="1400">
              <a:solidFill>
                <a:schemeClr val="bg1"/>
              </a:solidFill>
              <a:cs typeface="HelveticaNeueLT Pro 55 Roman" panose="020B0604020202020204" pitchFamily="34" charset="0"/>
              <a:sym typeface="HelveticaNeueLT Pro 55 Roman" panose="020B0604020202020204" pitchFamily="34" charset="0"/>
            </a:endParaRPr>
          </a:p>
        </p:txBody>
      </p:sp>
      <p:sp>
        <p:nvSpPr>
          <p:cNvPr id="37" name="文本占位符 2"/>
          <p:cNvSpPr>
            <a:spLocks noGrp="1"/>
          </p:cNvSpPr>
          <p:nvPr>
            <p:ph type="body" sz="quarter" idx="12" hasCustomPrompt="1"/>
          </p:nvPr>
        </p:nvSpPr>
        <p:spPr>
          <a:xfrm>
            <a:off x="6901715" y="2571750"/>
            <a:ext cx="5281665" cy="1260208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40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谢谢您的观看</a:t>
            </a:r>
            <a:endParaRPr lang="zh-CN" altLang="en-US" dirty="0"/>
          </a:p>
        </p:txBody>
      </p:sp>
      <p:sp>
        <p:nvSpPr>
          <p:cNvPr id="38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8045769" y="3905382"/>
            <a:ext cx="2582315" cy="248371"/>
          </a:xfrm>
        </p:spPr>
        <p:txBody>
          <a:bodyPr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署名</a:t>
            </a:r>
          </a:p>
        </p:txBody>
      </p:sp>
      <p:sp>
        <p:nvSpPr>
          <p:cNvPr id="39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8045769" y="4153753"/>
            <a:ext cx="2582315" cy="248371"/>
          </a:xfrm>
        </p:spPr>
        <p:txBody>
          <a:bodyPr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日期</a:t>
            </a: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2246" y="886186"/>
            <a:ext cx="2451418" cy="293181"/>
          </a:xfrm>
          <a:prstGeom prst="rect">
            <a:avLst/>
          </a:prstGeom>
        </p:spPr>
      </p:pic>
      <p:grpSp>
        <p:nvGrpSpPr>
          <p:cNvPr id="44" name="组合 43"/>
          <p:cNvGrpSpPr/>
          <p:nvPr/>
        </p:nvGrpSpPr>
        <p:grpSpPr>
          <a:xfrm>
            <a:off x="6096000" y="4710753"/>
            <a:ext cx="2893549" cy="125730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45" name="Freeform 5"/>
            <p:cNvSpPr/>
            <p:nvPr userDrawn="1"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HelveticaNeueLT Pro 55 Roman" panose="020B0604020202020204" pitchFamily="34" charset="0"/>
              </a:endParaRPr>
            </a:p>
          </p:txBody>
        </p:sp>
        <p:sp>
          <p:nvSpPr>
            <p:cNvPr id="46" name="Freeform 6"/>
            <p:cNvSpPr/>
            <p:nvPr userDrawn="1"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HelveticaNeueLT Pro 55 Roman" panose="020B0604020202020204" pitchFamily="34" charset="0"/>
              </a:endParaRPr>
            </a:p>
          </p:txBody>
        </p:sp>
        <p:sp>
          <p:nvSpPr>
            <p:cNvPr id="47" name="Freeform 7"/>
            <p:cNvSpPr/>
            <p:nvPr userDrawn="1"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HelveticaNeueLT Pro 55 Roman" panose="020B0604020202020204" pitchFamily="34" charset="0"/>
              </a:endParaRPr>
            </a:p>
          </p:txBody>
        </p:sp>
        <p:sp>
          <p:nvSpPr>
            <p:cNvPr id="48" name="Freeform 8"/>
            <p:cNvSpPr>
              <a:spLocks noEditPoints="1"/>
            </p:cNvSpPr>
            <p:nvPr userDrawn="1"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HelveticaNeueLT Pro 55 Roman" panose="020B0604020202020204" pitchFamily="34" charset="0"/>
              </a:endParaRPr>
            </a:p>
          </p:txBody>
        </p:sp>
        <p:sp>
          <p:nvSpPr>
            <p:cNvPr id="49" name="Freeform 9"/>
            <p:cNvSpPr>
              <a:spLocks noEditPoints="1"/>
            </p:cNvSpPr>
            <p:nvPr userDrawn="1"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HelveticaNeueLT Pro 55 Roman" panose="020B0604020202020204" pitchFamily="34" charset="0"/>
              </a:endParaRPr>
            </a:p>
          </p:txBody>
        </p:sp>
      </p:grpSp>
    </p:spTree>
  </p:cSld>
  <p:clrMapOvr>
    <a:masterClrMapping/>
  </p:clrMapOvr>
  <p:hf sldNum="0"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  <a:t>3/21/2023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74662" y="352165"/>
            <a:ext cx="9193769" cy="381431"/>
          </a:xfrm>
          <a:prstGeom prst="rect">
            <a:avLst/>
          </a:prstGeom>
        </p:spPr>
        <p:txBody>
          <a:bodyPr/>
          <a:lstStyle/>
          <a:p>
            <a:pPr marL="0" lvl="0">
              <a:lnSpc>
                <a:spcPct val="100000"/>
              </a:lnSpc>
            </a:pPr>
            <a:r>
              <a:rPr lang="zh-CN" altLang="en-US" dirty="0"/>
              <a:t>单击此处编辑母版题样式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63554" y="1124465"/>
            <a:ext cx="10388533" cy="40179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 flipH="1">
            <a:off x="11205115" y="6489701"/>
            <a:ext cx="500524" cy="3767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Source Han Sans CN Regular" panose="020B0500000000000000" charset="-122"/>
                <a:cs typeface="HelveticaNeueLT Pro 55 Roman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-1" y="324457"/>
            <a:ext cx="375139" cy="462305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fontAlgn="ctr"/>
            <a:endParaRPr lang="en-US" sz="1400">
              <a:solidFill>
                <a:schemeClr val="bg1"/>
              </a:solidFill>
              <a:ea typeface="Source Han Sans CN Regular" panose="020B0500000000000000" charset="-122"/>
              <a:cs typeface="HelveticaNeueLT Pro 55 Roman" panose="020B0604020202020204" pitchFamily="34" charset="0"/>
              <a:sym typeface="HelveticaNeueLT Pro 55 Roman" panose="020B0604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75138" y="324457"/>
            <a:ext cx="88416" cy="462305"/>
          </a:xfrm>
          <a:prstGeom prst="rect">
            <a:avLst/>
          </a:prstGeom>
          <a:solidFill>
            <a:srgbClr val="D75D6B"/>
          </a:solidFill>
          <a:ln w="12700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fontAlgn="ctr"/>
            <a:endParaRPr lang="en-US" sz="1400">
              <a:solidFill>
                <a:schemeClr val="bg1"/>
              </a:solidFill>
              <a:ea typeface="Source Han Sans CN Regular" panose="020B0500000000000000" charset="-122"/>
              <a:cs typeface="HelveticaNeueLT Pro 55 Roman" panose="020B0604020202020204" pitchFamily="34" charset="0"/>
              <a:sym typeface="HelveticaNeueLT Pro 55 Roman" panose="020B0604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1974504" y="324456"/>
            <a:ext cx="217495" cy="462305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fontAlgn="ctr"/>
            <a:endParaRPr lang="en-US" sz="1400">
              <a:solidFill>
                <a:schemeClr val="bg1"/>
              </a:solidFill>
              <a:ea typeface="Source Han Sans CN Regular" panose="020B0500000000000000" charset="-122"/>
              <a:cs typeface="HelveticaNeueLT Pro 55 Roman" panose="020B0604020202020204" pitchFamily="34" charset="0"/>
              <a:sym typeface="HelveticaNeueLT Pro 55 Roman" panose="020B06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1892112" y="324457"/>
            <a:ext cx="88416" cy="462305"/>
          </a:xfrm>
          <a:prstGeom prst="rect">
            <a:avLst/>
          </a:prstGeom>
          <a:solidFill>
            <a:schemeClr val="accent1">
              <a:alpha val="67000"/>
            </a:schemeClr>
          </a:solidFill>
          <a:ln w="12700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fontAlgn="ctr"/>
            <a:endParaRPr lang="en-US" sz="1400">
              <a:solidFill>
                <a:schemeClr val="bg1"/>
              </a:solidFill>
              <a:ea typeface="Source Han Sans CN Regular" panose="020B0500000000000000" charset="-122"/>
              <a:cs typeface="HelveticaNeueLT Pro 55 Roman" panose="020B0604020202020204" pitchFamily="34" charset="0"/>
              <a:sym typeface="HelveticaNeueLT Pro 55 Roman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0219572" y="407782"/>
            <a:ext cx="1597290" cy="31701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200" b="1" kern="1200" spc="0" baseline="0" dirty="0" smtClean="0">
          <a:solidFill>
            <a:schemeClr val="tx1"/>
          </a:solidFill>
          <a:latin typeface="+mj-ea"/>
          <a:ea typeface="+mj-ea"/>
          <a:cs typeface="HelveticaNeueLT Pro 55 Roman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"/>
        </a:spcBef>
        <a:buFontTx/>
        <a:buNone/>
        <a:defRPr sz="1800" kern="1200">
          <a:solidFill>
            <a:schemeClr val="tx1"/>
          </a:solidFill>
          <a:latin typeface="+mj-ea"/>
          <a:ea typeface="+mj-ea"/>
          <a:cs typeface="HelveticaNeueLT Pro 55 Roman" panose="020B0604020202020204" pitchFamily="34" charset="0"/>
        </a:defRPr>
      </a:lvl1pPr>
      <a:lvl2pPr marL="252095" indent="-228600" algn="l" defTabSz="914400" rtl="0" eaLnBrk="1" latinLnBrk="0" hangingPunct="1">
        <a:lnSpc>
          <a:spcPct val="120000"/>
        </a:lnSpc>
        <a:spcBef>
          <a:spcPts val="1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Source Han Sans CN Regular" panose="020B0500000000000000" charset="-122"/>
          <a:ea typeface="Source Han Sans CN Regular" panose="020B0500000000000000" charset="-122"/>
          <a:cs typeface="HelveticaNeueLT Pro 55 Roman" panose="020B0604020202020204" pitchFamily="34" charset="0"/>
        </a:defRPr>
      </a:lvl2pPr>
      <a:lvl3pPr marL="431800" indent="-245110" algn="l" defTabSz="914400" rtl="0" eaLnBrk="1" latinLnBrk="0" hangingPunct="1">
        <a:lnSpc>
          <a:spcPct val="120000"/>
        </a:lnSpc>
        <a:spcBef>
          <a:spcPts val="100"/>
        </a:spcBef>
        <a:buFont typeface="HelveticaNeueLT Pro 55 Roman" panose="020B0604020202020204" pitchFamily="34" charset="0"/>
        <a:buChar char="−"/>
        <a:defRPr sz="1200" kern="1200">
          <a:solidFill>
            <a:schemeClr val="tx2"/>
          </a:solidFill>
          <a:latin typeface="Source Han Sans CN Regular" panose="020B0500000000000000" charset="-122"/>
          <a:ea typeface="Source Han Sans CN Regular" panose="020B0500000000000000" charset="-122"/>
          <a:cs typeface="HelveticaNeueLT Pro 55 Roman" panose="020B0604020202020204" pitchFamily="34" charset="0"/>
        </a:defRPr>
      </a:lvl3pPr>
      <a:lvl4pPr marL="647700" indent="-245110" algn="l" defTabSz="914400" rtl="0" eaLnBrk="1" latinLnBrk="0" hangingPunct="1">
        <a:lnSpc>
          <a:spcPct val="120000"/>
        </a:lnSpc>
        <a:spcBef>
          <a:spcPts val="100"/>
        </a:spcBef>
        <a:buFont typeface="HelveticaNeueLT Pro 55 Roman" panose="020B0604020202020204" pitchFamily="34" charset="0"/>
        <a:buChar char="−"/>
        <a:defRPr sz="1100" kern="1200">
          <a:solidFill>
            <a:schemeClr val="tx2"/>
          </a:solidFill>
          <a:latin typeface="Source Han Sans CN Regular" panose="020B0500000000000000" charset="-122"/>
          <a:ea typeface="Source Han Sans CN Regular" panose="020B0500000000000000" charset="-122"/>
          <a:cs typeface="HelveticaNeueLT Pro 55 Roman" panose="020B0604020202020204" pitchFamily="34" charset="0"/>
        </a:defRPr>
      </a:lvl4pPr>
      <a:lvl5pPr marL="791845" indent="-245110" algn="l" defTabSz="914400" rtl="0" eaLnBrk="1" latinLnBrk="0" hangingPunct="1">
        <a:lnSpc>
          <a:spcPct val="120000"/>
        </a:lnSpc>
        <a:spcBef>
          <a:spcPts val="100"/>
        </a:spcBef>
        <a:buFont typeface="HelveticaNeueLT Pro 55 Roman" panose="020B0604020202020204" pitchFamily="34" charset="0"/>
        <a:buChar char="−"/>
        <a:defRPr sz="1000" kern="1200">
          <a:solidFill>
            <a:schemeClr val="tx2"/>
          </a:solidFill>
          <a:latin typeface="Source Han Sans CN Regular" panose="020B0500000000000000" charset="-122"/>
          <a:ea typeface="Source Han Sans CN Regular" panose="020B0500000000000000" charset="-122"/>
          <a:cs typeface="HelveticaNeueLT Pro 55 Roman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8.wmf"/><Relationship Id="rId7" Type="http://schemas.openxmlformats.org/officeDocument/2006/relationships/package" Target="../embeddings/Microsoft_Excel_Macro-Enabled_Worksheet3.xlsm"/><Relationship Id="rId2" Type="http://schemas.openxmlformats.org/officeDocument/2006/relationships/package" Target="../embeddings/Microsoft_Excel_Macro-Enabled_Worksheet.xlsm"/><Relationship Id="rId1" Type="http://schemas.openxmlformats.org/officeDocument/2006/relationships/slideLayout" Target="../slideLayouts/slideLayout1.xml"/><Relationship Id="rId6" Type="http://schemas.openxmlformats.org/officeDocument/2006/relationships/package" Target="../embeddings/Microsoft_Excel_Macro-Enabled_Worksheet2.xlsm"/><Relationship Id="rId5" Type="http://schemas.openxmlformats.org/officeDocument/2006/relationships/image" Target="../media/image9.wmf"/><Relationship Id="rId4" Type="http://schemas.openxmlformats.org/officeDocument/2006/relationships/package" Target="../embeddings/Microsoft_Excel_Macro-Enabled_Worksheet1.xlsm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package" Target="../embeddings/Microsoft_Excel_Macro-Enabled_Worksheet4.xlsm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1511136" y="2312255"/>
            <a:ext cx="7120800" cy="1260208"/>
          </a:xfrm>
        </p:spPr>
        <p:txBody>
          <a:bodyPr/>
          <a:lstStyle/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SRAM Mini Array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测试相关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Content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E8003-608D-F4F8-D28C-E3792974B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318" y="1437725"/>
            <a:ext cx="11025602" cy="4365307"/>
          </a:xfr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测试向量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-EXCEL-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王臻极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波形图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-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周乃光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Iread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python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生成）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-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周乃光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测试向量和测试程序一致性说明（包括管脚对应关系，波形建立时间，等待测试时间）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-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王臻极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归档（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EXCEL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、程序、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PDF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PPT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、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Plot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工具）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-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郭玲 可放在共享文件夹，便于新的测试和用户查看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SimSun" charset="0"/>
                <a:sym typeface="+mn-ea"/>
              </a:rPr>
              <a:t>测试向量</a:t>
            </a:r>
            <a:endParaRPr altLang="x-none" dirty="0">
              <a:ea typeface="SimSun" charset="0"/>
              <a:sym typeface="+mn-ea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E4FBE81-96F1-BB62-CE31-8B626F143601}"/>
              </a:ext>
            </a:extLst>
          </p:cNvPr>
          <p:cNvSpPr txBox="1">
            <a:spLocks/>
          </p:cNvSpPr>
          <p:nvPr/>
        </p:nvSpPr>
        <p:spPr>
          <a:xfrm>
            <a:off x="474662" y="1025100"/>
            <a:ext cx="4361107" cy="3814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>
                <a:sym typeface="+mn-ea"/>
              </a:rPr>
              <a:t>测试向量的</a:t>
            </a:r>
            <a:r>
              <a:rPr lang="en-US" altLang="zh-CN" dirty="0">
                <a:sym typeface="+mn-ea"/>
              </a:rPr>
              <a:t>excel</a:t>
            </a:r>
            <a:r>
              <a:rPr lang="zh-CN" altLang="en-US" dirty="0">
                <a:sym typeface="+mn-ea"/>
              </a:rPr>
              <a:t>最终版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87DED16-B30C-4565-883F-136BA85B0A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6958007"/>
              </p:ext>
            </p:extLst>
          </p:nvPr>
        </p:nvGraphicFramePr>
        <p:xfrm>
          <a:off x="474662" y="1693316"/>
          <a:ext cx="9144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showAsIcon="1" r:id="rId2" imgW="914400" imgH="828720" progId="Excel.SheetMacroEnabled.12">
                  <p:embed/>
                </p:oleObj>
              </mc:Choice>
              <mc:Fallback>
                <p:oleObj name="Macro-Enabled Worksheet" showAsIcon="1" r:id="rId2" imgW="914400" imgH="828720" progId="Excel.SheetMacroEnabled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74662" y="1693316"/>
                        <a:ext cx="914400" cy="828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DFA81C87-5658-4584-8656-E49948D79E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7946397"/>
              </p:ext>
            </p:extLst>
          </p:nvPr>
        </p:nvGraphicFramePr>
        <p:xfrm>
          <a:off x="1740815" y="1693315"/>
          <a:ext cx="9144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showAsIcon="1" r:id="rId4" imgW="914400" imgH="828720" progId="Excel.SheetMacroEnabled.12">
                  <p:embed/>
                </p:oleObj>
              </mc:Choice>
              <mc:Fallback>
                <p:oleObj name="Macro-Enabled Worksheet" showAsIcon="1" r:id="rId4" imgW="914400" imgH="828720" progId="Excel.SheetMacroEnabled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40815" y="1693315"/>
                        <a:ext cx="914400" cy="828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04C82E3-FBE7-44DB-BB1D-3FF9E6AC5E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8698577"/>
              </p:ext>
            </p:extLst>
          </p:nvPr>
        </p:nvGraphicFramePr>
        <p:xfrm>
          <a:off x="3513409" y="1693308"/>
          <a:ext cx="9144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showAsIcon="1" r:id="rId6" imgW="914400" imgH="828720" progId="Excel.SheetMacroEnabled.12">
                  <p:embed/>
                </p:oleObj>
              </mc:Choice>
              <mc:Fallback>
                <p:oleObj name="Macro-Enabled Worksheet" showAsIcon="1" r:id="rId6" imgW="914400" imgH="828720" progId="Excel.SheetMacroEnabled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13409" y="1693308"/>
                        <a:ext cx="914400" cy="828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5839FACD-7860-4C53-A215-2EF4556743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6003340"/>
              </p:ext>
            </p:extLst>
          </p:nvPr>
        </p:nvGraphicFramePr>
        <p:xfrm>
          <a:off x="6041186" y="1677590"/>
          <a:ext cx="9144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showAsIcon="1" r:id="rId7" imgW="914400" imgH="828720" progId="Excel.SheetMacroEnabled.12">
                  <p:embed/>
                </p:oleObj>
              </mc:Choice>
              <mc:Fallback>
                <p:oleObj name="Macro-Enabled Worksheet" showAsIcon="1" r:id="rId7" imgW="914400" imgH="828720" progId="Excel.SheetMacroEnabled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41186" y="1677590"/>
                        <a:ext cx="914400" cy="828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903B1E44-08D7-435D-A5A4-14F7A51CDDC5}"/>
              </a:ext>
            </a:extLst>
          </p:cNvPr>
          <p:cNvSpPr txBox="1"/>
          <p:nvPr/>
        </p:nvSpPr>
        <p:spPr>
          <a:xfrm>
            <a:off x="474662" y="2521989"/>
            <a:ext cx="1034098" cy="28678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52095" indent="-230505" algn="l">
              <a:lnSpc>
                <a:spcPct val="120000"/>
              </a:lnSpc>
              <a:spcBef>
                <a:spcPts val="100"/>
              </a:spcBef>
            </a:pPr>
            <a:r>
              <a:rPr lang="en-US" altLang="zh-CN" sz="1400" dirty="0">
                <a:latin typeface="+mn-ea"/>
              </a:rPr>
              <a:t>16x16_all0</a:t>
            </a:r>
            <a:endParaRPr lang="zh-CN" altLang="en-US" sz="1400" dirty="0">
              <a:latin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C51B410-2423-4C7E-9636-429CDA9FDFFD}"/>
              </a:ext>
            </a:extLst>
          </p:cNvPr>
          <p:cNvSpPr txBox="1"/>
          <p:nvPr/>
        </p:nvSpPr>
        <p:spPr>
          <a:xfrm>
            <a:off x="1683916" y="2521987"/>
            <a:ext cx="1034098" cy="28678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52095" indent="-230505" algn="l">
              <a:lnSpc>
                <a:spcPct val="120000"/>
              </a:lnSpc>
              <a:spcBef>
                <a:spcPts val="100"/>
              </a:spcBef>
            </a:pPr>
            <a:r>
              <a:rPr lang="en-US" altLang="zh-CN" sz="1400" dirty="0">
                <a:latin typeface="+mn-ea"/>
              </a:rPr>
              <a:t>16x16_all1</a:t>
            </a:r>
            <a:endParaRPr lang="zh-CN" altLang="en-US" sz="1400" dirty="0">
              <a:latin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5E3B252-3D9C-48D1-AAB1-CA22B6B6E9E1}"/>
              </a:ext>
            </a:extLst>
          </p:cNvPr>
          <p:cNvSpPr txBox="1"/>
          <p:nvPr/>
        </p:nvSpPr>
        <p:spPr>
          <a:xfrm>
            <a:off x="3120074" y="2509762"/>
            <a:ext cx="1715695" cy="28678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52095" indent="-230505" algn="l">
              <a:lnSpc>
                <a:spcPct val="120000"/>
              </a:lnSpc>
              <a:spcBef>
                <a:spcPts val="100"/>
              </a:spcBef>
            </a:pPr>
            <a:r>
              <a:rPr lang="en-US" altLang="zh-CN" sz="1400" dirty="0">
                <a:latin typeface="+mn-ea"/>
              </a:rPr>
              <a:t>16x16_checkboard0</a:t>
            </a:r>
          </a:p>
          <a:p>
            <a:pPr marL="252095" indent="-230505" algn="l">
              <a:lnSpc>
                <a:spcPct val="120000"/>
              </a:lnSpc>
              <a:spcBef>
                <a:spcPts val="100"/>
              </a:spcBef>
            </a:pPr>
            <a:endParaRPr lang="zh-CN" altLang="en-US" sz="1400" dirty="0">
              <a:latin typeface="+mn-ea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AB68E29-51E5-4A9A-8AD5-E8FEF702E0C6}"/>
              </a:ext>
            </a:extLst>
          </p:cNvPr>
          <p:cNvSpPr txBox="1"/>
          <p:nvPr/>
        </p:nvSpPr>
        <p:spPr>
          <a:xfrm>
            <a:off x="5640539" y="2506265"/>
            <a:ext cx="1715694" cy="28678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52095" indent="-230505">
              <a:lnSpc>
                <a:spcPct val="120000"/>
              </a:lnSpc>
              <a:spcBef>
                <a:spcPts val="100"/>
              </a:spcBef>
            </a:pPr>
            <a:r>
              <a:rPr lang="en-US" altLang="zh-CN" sz="1400" dirty="0">
                <a:latin typeface="+mn-ea"/>
              </a:rPr>
              <a:t>16x16_checkboard1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02A8B0-33E3-7B40-5A33-2EE358F143A3}"/>
              </a:ext>
            </a:extLst>
          </p:cNvPr>
          <p:cNvSpPr txBox="1"/>
          <p:nvPr/>
        </p:nvSpPr>
        <p:spPr>
          <a:xfrm>
            <a:off x="3260651" y="4416056"/>
            <a:ext cx="4642884" cy="102072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52095" indent="-230505" algn="l">
              <a:lnSpc>
                <a:spcPct val="120000"/>
              </a:lnSpc>
              <a:spcBef>
                <a:spcPts val="100"/>
              </a:spcBef>
            </a:pPr>
            <a:r>
              <a:rPr lang="zh-CN" altLang="en-US" sz="4000" dirty="0">
                <a:latin typeface="+mn-ea"/>
              </a:rPr>
              <a:t>下面以</a:t>
            </a:r>
            <a:r>
              <a:rPr lang="en-US" altLang="zh-CN" sz="4000" dirty="0">
                <a:latin typeface="+mn-ea"/>
              </a:rPr>
              <a:t>all1</a:t>
            </a:r>
            <a:r>
              <a:rPr lang="zh-CN" altLang="en-US" sz="4000" dirty="0">
                <a:latin typeface="+mn-ea"/>
              </a:rPr>
              <a:t>向量为例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SimSun" charset="0"/>
                <a:sym typeface="+mn-ea"/>
              </a:rPr>
              <a:t>测试向量</a:t>
            </a:r>
            <a:r>
              <a:rPr lang="en-US" altLang="zh-CN" dirty="0">
                <a:ea typeface="SimSun" charset="0"/>
                <a:sym typeface="+mn-ea"/>
              </a:rPr>
              <a:t>-&gt;all1_write</a:t>
            </a:r>
            <a:endParaRPr altLang="x-none" dirty="0">
              <a:ea typeface="SimSun" charset="0"/>
              <a:sym typeface="+mn-ea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E4FBE81-96F1-BB62-CE31-8B626F143601}"/>
              </a:ext>
            </a:extLst>
          </p:cNvPr>
          <p:cNvSpPr txBox="1">
            <a:spLocks/>
          </p:cNvSpPr>
          <p:nvPr/>
        </p:nvSpPr>
        <p:spPr>
          <a:xfrm>
            <a:off x="474662" y="1025100"/>
            <a:ext cx="4361107" cy="3814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>
                <a:sym typeface="+mn-ea"/>
              </a:rPr>
              <a:t>测试向量的</a:t>
            </a:r>
            <a:r>
              <a:rPr lang="en-US" altLang="zh-CN" dirty="0">
                <a:sym typeface="+mn-ea"/>
              </a:rPr>
              <a:t>excel</a:t>
            </a:r>
            <a:r>
              <a:rPr lang="zh-CN" altLang="en-US" dirty="0">
                <a:sym typeface="+mn-ea"/>
              </a:rPr>
              <a:t>最终版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80A04384-7E10-1CAB-ECD0-C8270C696D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662" y="1406531"/>
            <a:ext cx="6753675" cy="4717391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BE37F28C-1B75-CC3D-AACA-C8977A440B0E}"/>
              </a:ext>
            </a:extLst>
          </p:cNvPr>
          <p:cNvSpPr txBox="1"/>
          <p:nvPr/>
        </p:nvSpPr>
        <p:spPr>
          <a:xfrm>
            <a:off x="8017223" y="2035277"/>
            <a:ext cx="3926684" cy="18700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52095" indent="-230505" algn="l">
              <a:lnSpc>
                <a:spcPct val="120000"/>
              </a:lnSpc>
              <a:spcBef>
                <a:spcPts val="100"/>
              </a:spcBef>
            </a:pPr>
            <a:r>
              <a:rPr lang="zh-CN" altLang="en-US" sz="1400" dirty="0">
                <a:latin typeface="+mn-ea"/>
              </a:rPr>
              <a:t>测试向量</a:t>
            </a:r>
            <a:r>
              <a:rPr lang="en-US" altLang="zh-CN" sz="1400" dirty="0">
                <a:latin typeface="+mn-ea"/>
              </a:rPr>
              <a:t>all1</a:t>
            </a:r>
            <a:r>
              <a:rPr lang="zh-CN" altLang="en-US" sz="1400" dirty="0">
                <a:latin typeface="+mn-ea"/>
              </a:rPr>
              <a:t>分两部分：‘写’和‘读’，先往所有地址写入‘</a:t>
            </a:r>
            <a:r>
              <a:rPr lang="en-US" altLang="zh-CN" sz="1400" dirty="0">
                <a:latin typeface="+mn-ea"/>
              </a:rPr>
              <a:t>1</a:t>
            </a:r>
            <a:r>
              <a:rPr lang="zh-CN" altLang="en-US" sz="1400" dirty="0">
                <a:latin typeface="+mn-ea"/>
              </a:rPr>
              <a:t>’，然后‘读’。假设地址位有</a:t>
            </a:r>
            <a:r>
              <a:rPr lang="en-US" altLang="zh-CN" sz="1400" dirty="0">
                <a:latin typeface="+mn-ea"/>
              </a:rPr>
              <a:t>8</a:t>
            </a:r>
            <a:r>
              <a:rPr lang="zh-CN" altLang="en-US" sz="1400" dirty="0">
                <a:latin typeface="+mn-ea"/>
              </a:rPr>
              <a:t>位那么前</a:t>
            </a:r>
            <a:r>
              <a:rPr lang="en-US" altLang="zh-CN" sz="1400" dirty="0">
                <a:solidFill>
                  <a:srgbClr val="FF0000"/>
                </a:solidFill>
                <a:latin typeface="+mn-ea"/>
              </a:rPr>
              <a:t>2</a:t>
            </a:r>
            <a:r>
              <a:rPr lang="en-US" altLang="zh-CN" sz="1400" baseline="30000" dirty="0">
                <a:solidFill>
                  <a:srgbClr val="FF0000"/>
                </a:solidFill>
                <a:latin typeface="+mn-ea"/>
              </a:rPr>
              <a:t>8</a:t>
            </a:r>
            <a:r>
              <a:rPr lang="zh-CN" altLang="en-US" sz="1400" dirty="0">
                <a:latin typeface="+mn-ea"/>
              </a:rPr>
              <a:t>行是‘写’操作，如左图所示，将‘</a:t>
            </a:r>
            <a:r>
              <a:rPr lang="en-US" altLang="zh-CN" sz="1400" dirty="0">
                <a:latin typeface="+mn-ea"/>
              </a:rPr>
              <a:t>WE</a:t>
            </a:r>
            <a:r>
              <a:rPr lang="zh-CN" altLang="en-US" sz="1400" dirty="0">
                <a:latin typeface="+mn-ea"/>
              </a:rPr>
              <a:t>’即‘</a:t>
            </a:r>
            <a:r>
              <a:rPr lang="en-US" altLang="zh-CN" sz="1400" dirty="0">
                <a:latin typeface="+mn-ea"/>
              </a:rPr>
              <a:t>write enable</a:t>
            </a:r>
            <a:r>
              <a:rPr lang="zh-CN" altLang="en-US" sz="1400" dirty="0">
                <a:latin typeface="+mn-ea"/>
              </a:rPr>
              <a:t>’设为‘</a:t>
            </a:r>
            <a:r>
              <a:rPr lang="en-US" altLang="zh-CN" sz="1400" dirty="0">
                <a:latin typeface="+mn-ea"/>
              </a:rPr>
              <a:t>1</a:t>
            </a:r>
            <a:r>
              <a:rPr lang="zh-CN" altLang="en-US" sz="1400" dirty="0">
                <a:latin typeface="+mn-ea"/>
              </a:rPr>
              <a:t>’，‘</a:t>
            </a:r>
            <a:r>
              <a:rPr lang="en-US" altLang="zh-CN" sz="1400" dirty="0">
                <a:latin typeface="+mn-ea"/>
              </a:rPr>
              <a:t>WDATA’</a:t>
            </a:r>
            <a:r>
              <a:rPr lang="zh-CN" altLang="en-US" sz="1400" dirty="0">
                <a:latin typeface="+mn-ea"/>
              </a:rPr>
              <a:t>数据线也设为‘</a:t>
            </a:r>
            <a:r>
              <a:rPr lang="en-US" altLang="zh-CN" sz="1400" dirty="0">
                <a:latin typeface="+mn-ea"/>
              </a:rPr>
              <a:t>1</a:t>
            </a:r>
            <a:r>
              <a:rPr lang="zh-CN" altLang="en-US" sz="1400" dirty="0">
                <a:latin typeface="+mn-ea"/>
              </a:rPr>
              <a:t>’即写入的值。</a:t>
            </a:r>
            <a:endParaRPr lang="en-US" altLang="zh-CN" sz="1400" dirty="0">
              <a:latin typeface="+mn-ea"/>
            </a:endParaRPr>
          </a:p>
          <a:p>
            <a:pPr marL="252095" indent="-230505" algn="l">
              <a:lnSpc>
                <a:spcPct val="120000"/>
              </a:lnSpc>
              <a:spcBef>
                <a:spcPts val="100"/>
              </a:spcBef>
            </a:pPr>
            <a:r>
              <a:rPr lang="zh-CN" altLang="en-US" sz="1400" dirty="0">
                <a:latin typeface="+mn-ea"/>
              </a:rPr>
              <a:t>‘</a:t>
            </a:r>
            <a:r>
              <a:rPr lang="en-US" altLang="zh-CN" sz="1400" dirty="0">
                <a:latin typeface="+mn-ea"/>
              </a:rPr>
              <a:t>GRBL</a:t>
            </a:r>
            <a:r>
              <a:rPr lang="zh-CN" altLang="en-US" sz="1400" dirty="0">
                <a:latin typeface="+mn-ea"/>
              </a:rPr>
              <a:t>’和‘</a:t>
            </a:r>
            <a:r>
              <a:rPr lang="en-US" altLang="zh-CN" sz="1400" dirty="0">
                <a:latin typeface="+mn-ea"/>
              </a:rPr>
              <a:t>GRBLB</a:t>
            </a:r>
            <a:r>
              <a:rPr lang="zh-CN" altLang="en-US" sz="1400" dirty="0">
                <a:latin typeface="+mn-ea"/>
              </a:rPr>
              <a:t>’此时需要设为高阻态。</a:t>
            </a:r>
          </a:p>
        </p:txBody>
      </p:sp>
    </p:spTree>
    <p:extLst>
      <p:ext uri="{BB962C8B-B14F-4D97-AF65-F5344CB8AC3E}">
        <p14:creationId xmlns:p14="http://schemas.microsoft.com/office/powerpoint/2010/main" val="812032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SimSun" charset="0"/>
                <a:sym typeface="+mn-ea"/>
              </a:rPr>
              <a:t>测试向量</a:t>
            </a:r>
            <a:r>
              <a:rPr lang="en-US" altLang="zh-CN" dirty="0">
                <a:ea typeface="SimSun" charset="0"/>
                <a:sym typeface="+mn-ea"/>
              </a:rPr>
              <a:t>-&gt;all1_read</a:t>
            </a:r>
            <a:endParaRPr altLang="x-none" dirty="0">
              <a:ea typeface="SimSun" charset="0"/>
              <a:sym typeface="+mn-ea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E4FBE81-96F1-BB62-CE31-8B626F143601}"/>
              </a:ext>
            </a:extLst>
          </p:cNvPr>
          <p:cNvSpPr txBox="1">
            <a:spLocks/>
          </p:cNvSpPr>
          <p:nvPr/>
        </p:nvSpPr>
        <p:spPr>
          <a:xfrm>
            <a:off x="474662" y="1025100"/>
            <a:ext cx="4361107" cy="3814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>
                <a:sym typeface="+mn-ea"/>
              </a:rPr>
              <a:t>测试向量的</a:t>
            </a:r>
            <a:r>
              <a:rPr lang="en-US" altLang="zh-CN" dirty="0">
                <a:sym typeface="+mn-ea"/>
              </a:rPr>
              <a:t>excel</a:t>
            </a:r>
            <a:r>
              <a:rPr lang="zh-CN" altLang="en-US" dirty="0">
                <a:sym typeface="+mn-ea"/>
              </a:rPr>
              <a:t>最终版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8565754-C144-B7CF-1C82-18174E15C1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67" y="1587113"/>
            <a:ext cx="8023770" cy="267299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9DB27A7-62DD-41EA-0453-114D3F72E204}"/>
              </a:ext>
            </a:extLst>
          </p:cNvPr>
          <p:cNvSpPr txBox="1"/>
          <p:nvPr/>
        </p:nvSpPr>
        <p:spPr>
          <a:xfrm>
            <a:off x="8945526" y="1885507"/>
            <a:ext cx="3069265" cy="154349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52095" indent="-230505" algn="l">
              <a:lnSpc>
                <a:spcPct val="120000"/>
              </a:lnSpc>
              <a:spcBef>
                <a:spcPts val="100"/>
              </a:spcBef>
            </a:pPr>
            <a:r>
              <a:rPr lang="zh-CN" altLang="en-US" sz="1400" dirty="0">
                <a:latin typeface="+mn-ea"/>
              </a:rPr>
              <a:t>左图是</a:t>
            </a:r>
            <a:r>
              <a:rPr lang="en-US" altLang="zh-CN" sz="1400" dirty="0">
                <a:latin typeface="+mn-ea"/>
              </a:rPr>
              <a:t>all1</a:t>
            </a:r>
            <a:r>
              <a:rPr lang="zh-CN" altLang="en-US" sz="1400" dirty="0">
                <a:latin typeface="+mn-ea"/>
              </a:rPr>
              <a:t>向量的</a:t>
            </a:r>
            <a:r>
              <a:rPr lang="en-US" altLang="zh-CN" sz="1400" dirty="0">
                <a:latin typeface="+mn-ea"/>
              </a:rPr>
              <a:t>read</a:t>
            </a:r>
            <a:r>
              <a:rPr lang="zh-CN" altLang="en-US" sz="1400" dirty="0">
                <a:latin typeface="+mn-ea"/>
              </a:rPr>
              <a:t>部分，此时</a:t>
            </a:r>
            <a:endParaRPr lang="en-US" altLang="zh-CN" sz="1400" dirty="0">
              <a:latin typeface="+mn-ea"/>
            </a:endParaRPr>
          </a:p>
          <a:p>
            <a:pPr marL="252095" indent="-230505" algn="l">
              <a:lnSpc>
                <a:spcPct val="120000"/>
              </a:lnSpc>
              <a:spcBef>
                <a:spcPts val="100"/>
              </a:spcBef>
            </a:pPr>
            <a:r>
              <a:rPr lang="zh-CN" altLang="en-US" sz="1400" dirty="0">
                <a:latin typeface="+mn-ea"/>
              </a:rPr>
              <a:t>将‘</a:t>
            </a:r>
            <a:r>
              <a:rPr lang="en-US" altLang="zh-CN" sz="1400" dirty="0">
                <a:latin typeface="+mn-ea"/>
              </a:rPr>
              <a:t>WE</a:t>
            </a:r>
            <a:r>
              <a:rPr lang="zh-CN" altLang="en-US" sz="1400" dirty="0">
                <a:latin typeface="+mn-ea"/>
              </a:rPr>
              <a:t>’设为‘</a:t>
            </a:r>
            <a:r>
              <a:rPr lang="en-US" altLang="zh-CN" sz="1400" dirty="0">
                <a:latin typeface="+mn-ea"/>
              </a:rPr>
              <a:t>0</a:t>
            </a:r>
            <a:r>
              <a:rPr lang="zh-CN" altLang="en-US" sz="1400" dirty="0">
                <a:latin typeface="+mn-ea"/>
              </a:rPr>
              <a:t>’，即</a:t>
            </a:r>
            <a:r>
              <a:rPr lang="en-US" altLang="zh-CN" sz="1400" dirty="0">
                <a:latin typeface="+mn-ea"/>
              </a:rPr>
              <a:t>off</a:t>
            </a:r>
            <a:r>
              <a:rPr lang="zh-CN" altLang="en-US" sz="1400" dirty="0">
                <a:latin typeface="+mn-ea"/>
              </a:rPr>
              <a:t>。</a:t>
            </a:r>
            <a:endParaRPr lang="en-US" altLang="zh-CN" sz="1400" dirty="0">
              <a:latin typeface="+mn-ea"/>
            </a:endParaRPr>
          </a:p>
          <a:p>
            <a:pPr marL="252095" indent="-230505" algn="l">
              <a:lnSpc>
                <a:spcPct val="120000"/>
              </a:lnSpc>
              <a:spcBef>
                <a:spcPts val="100"/>
              </a:spcBef>
            </a:pPr>
            <a:r>
              <a:rPr lang="zh-CN" altLang="en-US" sz="1400" dirty="0">
                <a:latin typeface="+mn-ea"/>
              </a:rPr>
              <a:t>‘</a:t>
            </a:r>
            <a:r>
              <a:rPr lang="en-US" altLang="zh-CN" sz="1400" dirty="0">
                <a:latin typeface="+mn-ea"/>
              </a:rPr>
              <a:t>WDATA</a:t>
            </a:r>
            <a:r>
              <a:rPr lang="zh-CN" altLang="en-US" sz="1400" dirty="0">
                <a:latin typeface="+mn-ea"/>
              </a:rPr>
              <a:t>’设为‘</a:t>
            </a:r>
            <a:r>
              <a:rPr lang="en-US" altLang="zh-CN" sz="1400" dirty="0">
                <a:latin typeface="+mn-ea"/>
              </a:rPr>
              <a:t>0</a:t>
            </a:r>
            <a:r>
              <a:rPr lang="zh-CN" altLang="en-US" sz="1400" dirty="0">
                <a:latin typeface="+mn-ea"/>
              </a:rPr>
              <a:t>’。</a:t>
            </a:r>
            <a:endParaRPr lang="en-US" altLang="zh-CN" sz="1400" dirty="0">
              <a:latin typeface="+mn-ea"/>
            </a:endParaRPr>
          </a:p>
          <a:p>
            <a:pPr marL="252095" indent="-230505" algn="l">
              <a:lnSpc>
                <a:spcPct val="120000"/>
              </a:lnSpc>
              <a:spcBef>
                <a:spcPts val="100"/>
              </a:spcBef>
            </a:pPr>
            <a:r>
              <a:rPr lang="zh-CN" altLang="en-US" sz="1400" dirty="0">
                <a:latin typeface="+mn-ea"/>
              </a:rPr>
              <a:t>‘</a:t>
            </a:r>
            <a:r>
              <a:rPr lang="en-US" altLang="zh-CN" sz="1400" dirty="0">
                <a:latin typeface="+mn-ea"/>
              </a:rPr>
              <a:t>GRBL</a:t>
            </a:r>
            <a:r>
              <a:rPr lang="zh-CN" altLang="en-US" sz="1400" dirty="0">
                <a:latin typeface="+mn-ea"/>
              </a:rPr>
              <a:t>和’</a:t>
            </a:r>
            <a:r>
              <a:rPr lang="en-US" altLang="zh-CN" sz="1400" dirty="0">
                <a:latin typeface="+mn-ea"/>
              </a:rPr>
              <a:t>GRBLB’</a:t>
            </a:r>
            <a:r>
              <a:rPr lang="zh-CN" altLang="en-US" sz="1400" dirty="0">
                <a:latin typeface="+mn-ea"/>
              </a:rPr>
              <a:t>均设为‘</a:t>
            </a:r>
            <a:r>
              <a:rPr lang="en-US" altLang="zh-CN" sz="1400" dirty="0">
                <a:latin typeface="+mn-ea"/>
              </a:rPr>
              <a:t>1</a:t>
            </a:r>
            <a:r>
              <a:rPr lang="zh-CN" altLang="en-US" sz="1400" dirty="0">
                <a:latin typeface="+mn-ea"/>
              </a:rPr>
              <a:t>’，用以读取电流。</a:t>
            </a:r>
          </a:p>
        </p:txBody>
      </p:sp>
    </p:spTree>
    <p:extLst>
      <p:ext uri="{BB962C8B-B14F-4D97-AF65-F5344CB8AC3E}">
        <p14:creationId xmlns:p14="http://schemas.microsoft.com/office/powerpoint/2010/main" val="655120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SimSun" charset="0"/>
                <a:sym typeface="+mn-ea"/>
              </a:rPr>
              <a:t>波形图</a:t>
            </a:r>
            <a:endParaRPr altLang="x-none" dirty="0">
              <a:ea typeface="SimSun" charset="0"/>
              <a:sym typeface="+mn-ea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63308B2-24A2-EF8D-8A24-E8FA57A29D8F}"/>
              </a:ext>
            </a:extLst>
          </p:cNvPr>
          <p:cNvSpPr txBox="1">
            <a:spLocks/>
          </p:cNvSpPr>
          <p:nvPr/>
        </p:nvSpPr>
        <p:spPr>
          <a:xfrm>
            <a:off x="474662" y="943038"/>
            <a:ext cx="4361107" cy="3814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>
                <a:sym typeface="+mn-ea"/>
              </a:rPr>
              <a:t>原始、写、读波形示意图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ACAB489-C076-086D-10DB-9250BE8A9E32}"/>
              </a:ext>
            </a:extLst>
          </p:cNvPr>
          <p:cNvSpPr txBox="1">
            <a:spLocks/>
          </p:cNvSpPr>
          <p:nvPr/>
        </p:nvSpPr>
        <p:spPr>
          <a:xfrm>
            <a:off x="575928" y="1960268"/>
            <a:ext cx="472149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1400" dirty="0">
                <a:sym typeface="+mn-ea"/>
              </a:rPr>
              <a:t>右图为三个</a:t>
            </a:r>
            <a:r>
              <a:rPr lang="en-US" altLang="zh-CN" sz="1400" dirty="0">
                <a:sym typeface="+mn-ea"/>
              </a:rPr>
              <a:t>cycle</a:t>
            </a:r>
            <a:r>
              <a:rPr lang="zh-CN" altLang="en-US" sz="1400" dirty="0">
                <a:sym typeface="+mn-ea"/>
              </a:rPr>
              <a:t>的各管脚电压、</a:t>
            </a:r>
            <a:r>
              <a:rPr lang="en-US" altLang="zh-CN" sz="1400" dirty="0">
                <a:sym typeface="+mn-ea"/>
              </a:rPr>
              <a:t>BL</a:t>
            </a:r>
            <a:r>
              <a:rPr lang="zh-CN" altLang="en-US" sz="1400" dirty="0">
                <a:sym typeface="+mn-ea"/>
              </a:rPr>
              <a:t>和</a:t>
            </a:r>
            <a:r>
              <a:rPr lang="en-US" altLang="zh-CN" sz="1400" dirty="0">
                <a:sym typeface="+mn-ea"/>
              </a:rPr>
              <a:t>BLB</a:t>
            </a:r>
            <a:r>
              <a:rPr lang="zh-CN" altLang="en-US" sz="1400" dirty="0">
                <a:sym typeface="+mn-ea"/>
              </a:rPr>
              <a:t>的电流示意图。</a:t>
            </a:r>
            <a:endParaRPr lang="en-US" altLang="zh-CN" sz="1400" dirty="0">
              <a:sym typeface="+mn-ea"/>
            </a:endParaRPr>
          </a:p>
          <a:p>
            <a:endParaRPr lang="en-US" altLang="zh-CN" sz="1400" dirty="0">
              <a:sym typeface="+mn-ea"/>
            </a:endParaRPr>
          </a:p>
          <a:p>
            <a:r>
              <a:rPr lang="en-US" altLang="zh-CN" sz="1400" dirty="0">
                <a:sym typeface="+mn-ea"/>
              </a:rPr>
              <a:t>1.</a:t>
            </a:r>
            <a:r>
              <a:rPr lang="zh-CN" altLang="en-US" sz="1400" dirty="0">
                <a:sym typeface="+mn-ea"/>
              </a:rPr>
              <a:t>第</a:t>
            </a:r>
            <a:r>
              <a:rPr lang="en-US" altLang="zh-CN" sz="1400" dirty="0">
                <a:sym typeface="+mn-ea"/>
              </a:rPr>
              <a:t>1</a:t>
            </a:r>
            <a:r>
              <a:rPr lang="zh-CN" altLang="en-US" sz="1400" dirty="0">
                <a:sym typeface="+mn-ea"/>
              </a:rPr>
              <a:t>个</a:t>
            </a:r>
            <a:r>
              <a:rPr lang="en-US" altLang="zh-CN" sz="1400" dirty="0">
                <a:sym typeface="+mn-ea"/>
              </a:rPr>
              <a:t>cycle</a:t>
            </a:r>
            <a:r>
              <a:rPr lang="zh-CN" altLang="en-US" sz="1400" dirty="0">
                <a:sym typeface="+mn-ea"/>
              </a:rPr>
              <a:t>，原始状态下，假设</a:t>
            </a:r>
            <a:r>
              <a:rPr lang="en-US" altLang="zh-CN" sz="1400" dirty="0">
                <a:sym typeface="+mn-ea"/>
              </a:rPr>
              <a:t>BL</a:t>
            </a:r>
            <a:r>
              <a:rPr lang="zh-CN" altLang="en-US" sz="1400" dirty="0">
                <a:sym typeface="+mn-ea"/>
              </a:rPr>
              <a:t>存储为</a:t>
            </a:r>
            <a:r>
              <a:rPr lang="en-US" altLang="zh-CN" sz="1400" dirty="0">
                <a:sym typeface="+mn-ea"/>
              </a:rPr>
              <a:t>0</a:t>
            </a:r>
            <a:r>
              <a:rPr lang="zh-CN" altLang="en-US" sz="1400" dirty="0">
                <a:sym typeface="+mn-ea"/>
              </a:rPr>
              <a:t>，</a:t>
            </a:r>
            <a:r>
              <a:rPr lang="en-US" altLang="zh-CN" sz="1400" dirty="0">
                <a:sym typeface="+mn-ea"/>
              </a:rPr>
              <a:t>BLB</a:t>
            </a:r>
            <a:r>
              <a:rPr lang="zh-CN" altLang="en-US" sz="1400" dirty="0">
                <a:sym typeface="+mn-ea"/>
              </a:rPr>
              <a:t>则为</a:t>
            </a:r>
            <a:r>
              <a:rPr lang="en-US" altLang="zh-CN" sz="1400" dirty="0">
                <a:sym typeface="+mn-ea"/>
              </a:rPr>
              <a:t>1</a:t>
            </a:r>
            <a:r>
              <a:rPr lang="zh-CN" altLang="en-US" sz="1400" dirty="0">
                <a:sym typeface="+mn-ea"/>
              </a:rPr>
              <a:t>。</a:t>
            </a:r>
            <a:endParaRPr lang="en-US" altLang="zh-CN" sz="1400" dirty="0">
              <a:sym typeface="+mn-ea"/>
            </a:endParaRPr>
          </a:p>
          <a:p>
            <a:r>
              <a:rPr lang="en-US" altLang="zh-CN" sz="1400" dirty="0">
                <a:sym typeface="+mn-ea"/>
              </a:rPr>
              <a:t>2.</a:t>
            </a:r>
            <a:r>
              <a:rPr lang="zh-CN" altLang="en-US" sz="1400" dirty="0">
                <a:sym typeface="+mn-ea"/>
              </a:rPr>
              <a:t>第</a:t>
            </a:r>
            <a:r>
              <a:rPr lang="en-US" altLang="zh-CN" sz="1400" dirty="0">
                <a:sym typeface="+mn-ea"/>
              </a:rPr>
              <a:t>2</a:t>
            </a:r>
            <a:r>
              <a:rPr lang="zh-CN" altLang="en-US" sz="1400" dirty="0">
                <a:sym typeface="+mn-ea"/>
              </a:rPr>
              <a:t>个</a:t>
            </a:r>
            <a:r>
              <a:rPr lang="en-US" altLang="zh-CN" sz="1400" dirty="0">
                <a:sym typeface="+mn-ea"/>
              </a:rPr>
              <a:t>cycle</a:t>
            </a:r>
            <a:r>
              <a:rPr lang="zh-CN" altLang="en-US" sz="1400" dirty="0">
                <a:sym typeface="+mn-ea"/>
              </a:rPr>
              <a:t>，向</a:t>
            </a:r>
            <a:r>
              <a:rPr lang="en-US" altLang="zh-CN" sz="1400" dirty="0">
                <a:sym typeface="+mn-ea"/>
              </a:rPr>
              <a:t>BL</a:t>
            </a:r>
            <a:r>
              <a:rPr lang="zh-CN" altLang="en-US" sz="1400" dirty="0">
                <a:sym typeface="+mn-ea"/>
              </a:rPr>
              <a:t>写入</a:t>
            </a:r>
            <a:r>
              <a:rPr lang="en-US" altLang="zh-CN" sz="1400" dirty="0">
                <a:sym typeface="+mn-ea"/>
              </a:rPr>
              <a:t>1</a:t>
            </a:r>
            <a:r>
              <a:rPr lang="zh-CN" altLang="en-US" sz="1400" dirty="0">
                <a:sym typeface="+mn-ea"/>
              </a:rPr>
              <a:t>，</a:t>
            </a:r>
            <a:r>
              <a:rPr lang="en-US" altLang="zh-CN" sz="1400" dirty="0">
                <a:sym typeface="+mn-ea"/>
              </a:rPr>
              <a:t>BLB</a:t>
            </a:r>
            <a:r>
              <a:rPr lang="zh-CN" altLang="en-US" sz="1400" dirty="0">
                <a:sym typeface="+mn-ea"/>
              </a:rPr>
              <a:t>则写入</a:t>
            </a:r>
            <a:r>
              <a:rPr lang="en-US" altLang="zh-CN" sz="1400" dirty="0">
                <a:sym typeface="+mn-ea"/>
              </a:rPr>
              <a:t>0</a:t>
            </a:r>
            <a:r>
              <a:rPr lang="zh-CN" altLang="en-US" sz="1400" dirty="0">
                <a:sym typeface="+mn-ea"/>
              </a:rPr>
              <a:t>。</a:t>
            </a:r>
            <a:endParaRPr lang="en-US" altLang="zh-CN" sz="1400" dirty="0">
              <a:sym typeface="+mn-ea"/>
            </a:endParaRPr>
          </a:p>
          <a:p>
            <a:r>
              <a:rPr lang="en-US" altLang="zh-CN" sz="1400" dirty="0">
                <a:sym typeface="+mn-ea"/>
              </a:rPr>
              <a:t>3.</a:t>
            </a:r>
            <a:r>
              <a:rPr lang="zh-CN" altLang="en-US" sz="1400" dirty="0">
                <a:sym typeface="+mn-ea"/>
              </a:rPr>
              <a:t>第</a:t>
            </a:r>
            <a:r>
              <a:rPr lang="en-US" altLang="zh-CN" sz="1400" dirty="0">
                <a:sym typeface="+mn-ea"/>
              </a:rPr>
              <a:t>3</a:t>
            </a:r>
            <a:r>
              <a:rPr lang="zh-CN" altLang="en-US" sz="1400" dirty="0">
                <a:sym typeface="+mn-ea"/>
              </a:rPr>
              <a:t>个</a:t>
            </a:r>
            <a:r>
              <a:rPr lang="en-US" altLang="zh-CN" sz="1400" dirty="0">
                <a:sym typeface="+mn-ea"/>
              </a:rPr>
              <a:t>cycle</a:t>
            </a:r>
            <a:r>
              <a:rPr lang="zh-CN" altLang="en-US" sz="1400" dirty="0">
                <a:sym typeface="+mn-ea"/>
              </a:rPr>
              <a:t>，读取</a:t>
            </a:r>
            <a:r>
              <a:rPr lang="en-US" altLang="zh-CN" sz="1400" dirty="0">
                <a:sym typeface="+mn-ea"/>
              </a:rPr>
              <a:t>BL</a:t>
            </a:r>
            <a:r>
              <a:rPr lang="zh-CN" altLang="en-US" sz="1400" dirty="0">
                <a:sym typeface="+mn-ea"/>
              </a:rPr>
              <a:t>和</a:t>
            </a:r>
            <a:r>
              <a:rPr lang="en-US" altLang="zh-CN" sz="1400" dirty="0">
                <a:sym typeface="+mn-ea"/>
              </a:rPr>
              <a:t>BLB</a:t>
            </a:r>
            <a:r>
              <a:rPr lang="zh-CN" altLang="en-US" sz="1400" dirty="0">
                <a:sym typeface="+mn-ea"/>
              </a:rPr>
              <a:t>的电压，量测</a:t>
            </a:r>
            <a:r>
              <a:rPr lang="en-US" altLang="zh-CN" sz="1400" dirty="0">
                <a:sym typeface="+mn-ea"/>
              </a:rPr>
              <a:t>BL</a:t>
            </a:r>
            <a:r>
              <a:rPr lang="zh-CN" altLang="en-US" sz="1400" dirty="0">
                <a:sym typeface="+mn-ea"/>
              </a:rPr>
              <a:t>和</a:t>
            </a:r>
            <a:r>
              <a:rPr lang="en-US" altLang="zh-CN" sz="1400" dirty="0">
                <a:sym typeface="+mn-ea"/>
              </a:rPr>
              <a:t>BLB</a:t>
            </a:r>
            <a:r>
              <a:rPr lang="zh-CN" altLang="en-US" sz="1400" dirty="0">
                <a:sym typeface="+mn-ea"/>
              </a:rPr>
              <a:t>电流。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8CA6BC2-23D0-7798-EAC4-55432C8DB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277" y="1542185"/>
            <a:ext cx="6497498" cy="457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614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 err="1">
                <a:ea typeface="SimSun" charset="0"/>
                <a:sym typeface="+mn-ea"/>
              </a:rPr>
              <a:t>I</a:t>
            </a:r>
            <a:r>
              <a:rPr lang="en-US" altLang="zh-CN" dirty="0" err="1">
                <a:ea typeface="SimSun" charset="0"/>
                <a:sym typeface="+mn-ea"/>
              </a:rPr>
              <a:t>read</a:t>
            </a:r>
            <a:endParaRPr altLang="x-none" dirty="0">
              <a:ea typeface="SimSun" charset="0"/>
              <a:sym typeface="+mn-ea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E59EDE0-BF7A-3079-5C8C-3FEEBB42D0C3}"/>
              </a:ext>
            </a:extLst>
          </p:cNvPr>
          <p:cNvSpPr txBox="1">
            <a:spLocks/>
          </p:cNvSpPr>
          <p:nvPr/>
        </p:nvSpPr>
        <p:spPr>
          <a:xfrm>
            <a:off x="474662" y="1095438"/>
            <a:ext cx="1019333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>
                <a:sym typeface="+mn-ea"/>
              </a:rPr>
              <a:t>定性半定量的</a:t>
            </a:r>
            <a:r>
              <a:rPr lang="en-US" altLang="zh-CN" dirty="0">
                <a:sym typeface="+mn-ea"/>
              </a:rPr>
              <a:t>spec</a:t>
            </a:r>
            <a:r>
              <a:rPr lang="zh-CN" altLang="en-US" dirty="0">
                <a:sym typeface="+mn-ea"/>
              </a:rPr>
              <a:t>标准</a:t>
            </a:r>
            <a:endParaRPr lang="en-US" altLang="zh-CN" dirty="0">
              <a:sym typeface="+mn-ea"/>
            </a:endParaRPr>
          </a:p>
          <a:p>
            <a:r>
              <a:rPr lang="zh-CN" altLang="en-US" dirty="0">
                <a:sym typeface="+mn-ea"/>
              </a:rPr>
              <a:t>正确的</a:t>
            </a:r>
            <a:r>
              <a:rPr lang="en-US" altLang="zh-CN" dirty="0">
                <a:sym typeface="+mn-ea"/>
              </a:rPr>
              <a:t>all0/all1/chkbrd0/chkbrd1 </a:t>
            </a:r>
            <a:r>
              <a:rPr lang="zh-CN" altLang="en-US" dirty="0">
                <a:sym typeface="+mn-ea"/>
              </a:rPr>
              <a:t>测试图</a:t>
            </a:r>
            <a:endParaRPr lang="en-US" altLang="zh-CN" dirty="0">
              <a:sym typeface="+mn-ea"/>
            </a:endParaRPr>
          </a:p>
          <a:p>
            <a:r>
              <a:rPr lang="zh-CN" altLang="en-US" dirty="0">
                <a:sym typeface="+mn-ea"/>
              </a:rPr>
              <a:t>用于判断结果的可接受程度</a:t>
            </a:r>
            <a:endParaRPr lang="en-US" altLang="zh-CN" dirty="0">
              <a:sym typeface="+mn-ea"/>
            </a:endParaRPr>
          </a:p>
          <a:p>
            <a:endParaRPr lang="en-US" altLang="zh-CN" dirty="0">
              <a:sym typeface="+mn-ea"/>
            </a:endParaRPr>
          </a:p>
          <a:p>
            <a:endParaRPr lang="zh-CN" altLang="en-US" dirty="0">
              <a:sym typeface="+mn-ea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ECFAED7-85E9-FFCD-A7C7-CC199DB887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852" y="1394142"/>
            <a:ext cx="5311818" cy="5287074"/>
          </a:xfrm>
          <a:prstGeom prst="rect">
            <a:avLst/>
          </a:prstGeom>
        </p:spPr>
      </p:pic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6646B664-0C09-8BA5-7032-7CA6F22A3E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220239"/>
              </p:ext>
            </p:extLst>
          </p:nvPr>
        </p:nvGraphicFramePr>
        <p:xfrm>
          <a:off x="919670" y="4564595"/>
          <a:ext cx="3914460" cy="1835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8615">
                  <a:extLst>
                    <a:ext uri="{9D8B030D-6E8A-4147-A177-3AD203B41FA5}">
                      <a16:colId xmlns:a16="http://schemas.microsoft.com/office/drawing/2014/main" val="2143251404"/>
                    </a:ext>
                  </a:extLst>
                </a:gridCol>
                <a:gridCol w="978615">
                  <a:extLst>
                    <a:ext uri="{9D8B030D-6E8A-4147-A177-3AD203B41FA5}">
                      <a16:colId xmlns:a16="http://schemas.microsoft.com/office/drawing/2014/main" val="2051294876"/>
                    </a:ext>
                  </a:extLst>
                </a:gridCol>
                <a:gridCol w="978615">
                  <a:extLst>
                    <a:ext uri="{9D8B030D-6E8A-4147-A177-3AD203B41FA5}">
                      <a16:colId xmlns:a16="http://schemas.microsoft.com/office/drawing/2014/main" val="1898390887"/>
                    </a:ext>
                  </a:extLst>
                </a:gridCol>
                <a:gridCol w="978615">
                  <a:extLst>
                    <a:ext uri="{9D8B030D-6E8A-4147-A177-3AD203B41FA5}">
                      <a16:colId xmlns:a16="http://schemas.microsoft.com/office/drawing/2014/main" val="3599951176"/>
                    </a:ext>
                  </a:extLst>
                </a:gridCol>
              </a:tblGrid>
              <a:tr h="347550"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测试模式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000" dirty="0"/>
                        <a:t>GRBL</a:t>
                      </a:r>
                      <a:r>
                        <a:rPr lang="zh-CN" altLang="en-US" sz="1000" dirty="0"/>
                        <a:t>（读）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000" dirty="0"/>
                        <a:t>GRBLB</a:t>
                      </a:r>
                      <a:r>
                        <a:rPr lang="zh-CN" altLang="en-US" sz="1000" dirty="0"/>
                        <a:t>（读）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备注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3259131"/>
                  </a:ext>
                </a:extLst>
              </a:tr>
              <a:tr h="347550">
                <a:tc>
                  <a:txBody>
                    <a:bodyPr/>
                    <a:lstStyle/>
                    <a:p>
                      <a:r>
                        <a:rPr lang="en-US" altLang="zh-CN" sz="1000" dirty="0"/>
                        <a:t>all0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数十</a:t>
                      </a:r>
                      <a:r>
                        <a:rPr lang="en-US" altLang="zh-CN" sz="1000" dirty="0" err="1"/>
                        <a:t>uA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000" dirty="0" err="1"/>
                        <a:t>pA-nA</a:t>
                      </a:r>
                      <a:r>
                        <a:rPr lang="zh-CN" altLang="en-US" sz="1000" dirty="0"/>
                        <a:t>级别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和</a:t>
                      </a:r>
                      <a:r>
                        <a:rPr lang="en-US" altLang="zh-CN" sz="1000" dirty="0"/>
                        <a:t>all1</a:t>
                      </a:r>
                      <a:r>
                        <a:rPr lang="zh-CN" altLang="en-US" sz="1000" dirty="0"/>
                        <a:t>时相反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3166157"/>
                  </a:ext>
                </a:extLst>
              </a:tr>
              <a:tr h="347550">
                <a:tc>
                  <a:txBody>
                    <a:bodyPr/>
                    <a:lstStyle/>
                    <a:p>
                      <a:r>
                        <a:rPr lang="en-US" altLang="zh-CN" sz="1000" dirty="0"/>
                        <a:t>all1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 err="1"/>
                        <a:t>pA-nA</a:t>
                      </a:r>
                      <a:r>
                        <a:rPr lang="zh-CN" altLang="en-US" sz="1000" dirty="0"/>
                        <a:t>级别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dirty="0"/>
                        <a:t>数十</a:t>
                      </a:r>
                      <a:r>
                        <a:rPr lang="en-US" altLang="zh-CN" sz="1000" dirty="0" err="1"/>
                        <a:t>uA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dirty="0"/>
                        <a:t>和</a:t>
                      </a:r>
                      <a:r>
                        <a:rPr lang="en-US" altLang="zh-CN" sz="1000" dirty="0"/>
                        <a:t>all0</a:t>
                      </a:r>
                      <a:r>
                        <a:rPr lang="zh-CN" altLang="en-US" sz="1000" dirty="0"/>
                        <a:t>时相反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2955848"/>
                  </a:ext>
                </a:extLst>
              </a:tr>
              <a:tr h="347550">
                <a:tc>
                  <a:txBody>
                    <a:bodyPr/>
                    <a:lstStyle/>
                    <a:p>
                      <a:r>
                        <a:rPr lang="en-US" altLang="zh-CN" sz="1000" dirty="0"/>
                        <a:t>chkbrd0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呈棋盘状分布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dirty="0"/>
                        <a:t>呈棋盘状分布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和</a:t>
                      </a:r>
                      <a:r>
                        <a:rPr lang="en-US" altLang="zh-CN" sz="1000" dirty="0"/>
                        <a:t>chkbrd1</a:t>
                      </a:r>
                      <a:r>
                        <a:rPr lang="zh-CN" altLang="en-US" sz="1000" dirty="0"/>
                        <a:t>相反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0276476"/>
                  </a:ext>
                </a:extLst>
              </a:tr>
              <a:tr h="3475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dirty="0"/>
                        <a:t>chkbrd1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呈棋盘状分布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dirty="0"/>
                        <a:t>呈棋盘状分布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dirty="0"/>
                        <a:t>和</a:t>
                      </a:r>
                      <a:r>
                        <a:rPr lang="en-US" altLang="zh-CN" sz="1000" dirty="0"/>
                        <a:t>chkbrd0</a:t>
                      </a:r>
                      <a:r>
                        <a:rPr lang="zh-CN" altLang="en-US" sz="1000" dirty="0"/>
                        <a:t>相反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2949633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8326AFDC-46F6-E40E-97CB-356D1CD5C0A7}"/>
              </a:ext>
            </a:extLst>
          </p:cNvPr>
          <p:cNvSpPr txBox="1"/>
          <p:nvPr/>
        </p:nvSpPr>
        <p:spPr>
          <a:xfrm>
            <a:off x="577930" y="2078750"/>
            <a:ext cx="5396150" cy="242009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52095" indent="-230505" algn="l">
              <a:lnSpc>
                <a:spcPct val="120000"/>
              </a:lnSpc>
              <a:spcBef>
                <a:spcPts val="100"/>
              </a:spcBef>
            </a:pPr>
            <a:r>
              <a:rPr lang="en-US" altLang="zh-CN" sz="1000" dirty="0" err="1">
                <a:latin typeface="+mn-ea"/>
              </a:rPr>
              <a:t>Iread</a:t>
            </a:r>
            <a:r>
              <a:rPr lang="zh-CN" altLang="en-US" sz="1000" dirty="0">
                <a:latin typeface="+mn-ea"/>
              </a:rPr>
              <a:t>：在不同测试模式下，量测</a:t>
            </a:r>
            <a:r>
              <a:rPr lang="en-US" altLang="zh-CN" sz="1000" dirty="0">
                <a:latin typeface="+mn-ea"/>
              </a:rPr>
              <a:t>GRBL</a:t>
            </a:r>
            <a:r>
              <a:rPr lang="zh-CN" altLang="en-US" sz="1000" dirty="0">
                <a:latin typeface="+mn-ea"/>
              </a:rPr>
              <a:t>和</a:t>
            </a:r>
            <a:r>
              <a:rPr lang="en-US" altLang="zh-CN" sz="1000" dirty="0">
                <a:latin typeface="+mn-ea"/>
              </a:rPr>
              <a:t>GRBLB</a:t>
            </a:r>
            <a:r>
              <a:rPr lang="zh-CN" altLang="en-US" sz="1000" dirty="0">
                <a:latin typeface="+mn-ea"/>
              </a:rPr>
              <a:t>端的电流值。如果被测试</a:t>
            </a:r>
            <a:r>
              <a:rPr lang="en-US" altLang="zh-CN" sz="1000" dirty="0">
                <a:latin typeface="+mn-ea"/>
              </a:rPr>
              <a:t>die</a:t>
            </a:r>
            <a:r>
              <a:rPr lang="zh-CN" altLang="en-US" sz="1000" dirty="0">
                <a:latin typeface="+mn-ea"/>
              </a:rPr>
              <a:t>正常，读取时，储存节点为</a:t>
            </a:r>
            <a:r>
              <a:rPr lang="en-US" altLang="zh-CN" sz="1000" dirty="0">
                <a:latin typeface="+mn-ea"/>
              </a:rPr>
              <a:t>0</a:t>
            </a:r>
            <a:r>
              <a:rPr lang="zh-CN" altLang="en-US" sz="1000" dirty="0">
                <a:latin typeface="+mn-ea"/>
              </a:rPr>
              <a:t>的一端，对应的高电平位线会通过</a:t>
            </a:r>
            <a:r>
              <a:rPr lang="en-US" altLang="zh-CN" sz="1000" dirty="0">
                <a:latin typeface="+mn-ea"/>
              </a:rPr>
              <a:t>PG</a:t>
            </a:r>
            <a:r>
              <a:rPr lang="zh-CN" altLang="en-US" sz="1000" dirty="0">
                <a:latin typeface="+mn-ea"/>
              </a:rPr>
              <a:t>和下拉</a:t>
            </a:r>
            <a:r>
              <a:rPr lang="en-US" altLang="zh-CN" sz="1000" dirty="0">
                <a:latin typeface="+mn-ea"/>
              </a:rPr>
              <a:t>NMOS</a:t>
            </a:r>
            <a:r>
              <a:rPr lang="zh-CN" altLang="en-US" sz="1000" dirty="0">
                <a:latin typeface="+mn-ea"/>
              </a:rPr>
              <a:t>放电，产生电流，范围在数十</a:t>
            </a:r>
            <a:r>
              <a:rPr lang="en-US" altLang="zh-CN" sz="1000" dirty="0" err="1">
                <a:latin typeface="+mn-ea"/>
              </a:rPr>
              <a:t>uA</a:t>
            </a:r>
            <a:r>
              <a:rPr lang="zh-CN" altLang="en-US" sz="1000" dirty="0">
                <a:latin typeface="+mn-ea"/>
              </a:rPr>
              <a:t>；另一端储存节点为</a:t>
            </a:r>
            <a:r>
              <a:rPr lang="en-US" altLang="zh-CN" sz="1000" dirty="0">
                <a:latin typeface="+mn-ea"/>
              </a:rPr>
              <a:t>1</a:t>
            </a:r>
            <a:r>
              <a:rPr lang="zh-CN" altLang="en-US" sz="1000" dirty="0">
                <a:latin typeface="+mn-ea"/>
              </a:rPr>
              <a:t>的，和对应高电平位线之间电流很小，在</a:t>
            </a:r>
            <a:r>
              <a:rPr lang="en-US" altLang="zh-CN" sz="1000" dirty="0" err="1">
                <a:latin typeface="+mn-ea"/>
              </a:rPr>
              <a:t>pA-nA</a:t>
            </a:r>
            <a:r>
              <a:rPr lang="zh-CN" altLang="en-US" sz="1000" dirty="0">
                <a:latin typeface="+mn-ea"/>
              </a:rPr>
              <a:t>范围。</a:t>
            </a:r>
            <a:endParaRPr lang="en-US" altLang="zh-CN" sz="1000" dirty="0">
              <a:latin typeface="+mn-ea"/>
            </a:endParaRPr>
          </a:p>
          <a:p>
            <a:pPr marL="252095" indent="-230505" algn="l">
              <a:lnSpc>
                <a:spcPct val="120000"/>
              </a:lnSpc>
              <a:spcBef>
                <a:spcPts val="100"/>
              </a:spcBef>
            </a:pPr>
            <a:r>
              <a:rPr lang="en-US" altLang="zh-CN" sz="1000" dirty="0">
                <a:latin typeface="+mn-ea"/>
              </a:rPr>
              <a:t>  </a:t>
            </a:r>
          </a:p>
          <a:p>
            <a:pPr marL="252095" indent="-230505" algn="l">
              <a:lnSpc>
                <a:spcPct val="120000"/>
              </a:lnSpc>
              <a:spcBef>
                <a:spcPts val="100"/>
              </a:spcBef>
            </a:pPr>
            <a:r>
              <a:rPr lang="en-US" altLang="zh-CN" sz="1000" dirty="0">
                <a:latin typeface="+mn-ea"/>
              </a:rPr>
              <a:t>Mini array</a:t>
            </a:r>
            <a:r>
              <a:rPr lang="zh-CN" altLang="en-US" sz="1000" dirty="0">
                <a:latin typeface="+mn-ea"/>
              </a:rPr>
              <a:t>为</a:t>
            </a:r>
            <a:r>
              <a:rPr lang="en-US" altLang="zh-CN" sz="1000" dirty="0">
                <a:latin typeface="+mn-ea"/>
              </a:rPr>
              <a:t>16*16</a:t>
            </a:r>
            <a:r>
              <a:rPr lang="zh-CN" altLang="en-US" sz="1000" dirty="0">
                <a:latin typeface="+mn-ea"/>
              </a:rPr>
              <a:t>，右图每一格是一个</a:t>
            </a:r>
            <a:r>
              <a:rPr lang="en-US" altLang="zh-CN" sz="1000" dirty="0">
                <a:latin typeface="+mn-ea"/>
              </a:rPr>
              <a:t>SRAM cell</a:t>
            </a:r>
            <a:r>
              <a:rPr lang="zh-CN" altLang="en-US" sz="1000" dirty="0">
                <a:latin typeface="+mn-ea"/>
              </a:rPr>
              <a:t>的测试数值。</a:t>
            </a:r>
            <a:endParaRPr lang="en-US" altLang="zh-CN" sz="1000" dirty="0">
              <a:latin typeface="+mn-ea"/>
            </a:endParaRPr>
          </a:p>
          <a:p>
            <a:pPr marL="252095" indent="-230505" algn="l">
              <a:lnSpc>
                <a:spcPct val="120000"/>
              </a:lnSpc>
              <a:spcBef>
                <a:spcPts val="100"/>
              </a:spcBef>
            </a:pPr>
            <a:endParaRPr lang="en-US" altLang="zh-CN" sz="1000" dirty="0">
              <a:latin typeface="+mn-ea"/>
            </a:endParaRPr>
          </a:p>
          <a:p>
            <a:pPr marL="252095" indent="-230505" algn="l">
              <a:lnSpc>
                <a:spcPct val="120000"/>
              </a:lnSpc>
              <a:spcBef>
                <a:spcPts val="100"/>
              </a:spcBef>
            </a:pPr>
            <a:r>
              <a:rPr lang="en-US" altLang="zh-CN" sz="1000" dirty="0">
                <a:latin typeface="+mn-ea"/>
              </a:rPr>
              <a:t>Bitmap</a:t>
            </a:r>
            <a:r>
              <a:rPr lang="zh-CN" altLang="en-US" sz="1000" dirty="0">
                <a:latin typeface="+mn-ea"/>
              </a:rPr>
              <a:t>的画法：</a:t>
            </a:r>
            <a:endParaRPr lang="en-US" altLang="zh-CN" sz="1000" dirty="0">
              <a:latin typeface="+mn-ea"/>
            </a:endParaRPr>
          </a:p>
          <a:p>
            <a:pPr marL="252095" indent="-230505" algn="l">
              <a:lnSpc>
                <a:spcPct val="120000"/>
              </a:lnSpc>
              <a:spcBef>
                <a:spcPts val="100"/>
              </a:spcBef>
              <a:buFont typeface="+mj-lt"/>
              <a:buAutoNum type="arabicPeriod"/>
            </a:pPr>
            <a:r>
              <a:rPr lang="zh-CN" altLang="en-US" sz="1000" dirty="0">
                <a:latin typeface="+mn-ea"/>
              </a:rPr>
              <a:t>进入服务器存放测试</a:t>
            </a:r>
            <a:r>
              <a:rPr lang="en-US" altLang="zh-CN" sz="1000" dirty="0">
                <a:latin typeface="+mn-ea"/>
              </a:rPr>
              <a:t>log</a:t>
            </a:r>
            <a:r>
              <a:rPr lang="zh-CN" altLang="en-US" sz="1000" dirty="0">
                <a:latin typeface="+mn-ea"/>
              </a:rPr>
              <a:t>的文件夹</a:t>
            </a:r>
            <a:endParaRPr lang="en-US" altLang="zh-CN" sz="1000" dirty="0">
              <a:latin typeface="+mn-ea"/>
            </a:endParaRPr>
          </a:p>
          <a:p>
            <a:pPr marL="478790" lvl="1">
              <a:lnSpc>
                <a:spcPct val="120000"/>
              </a:lnSpc>
              <a:spcBef>
                <a:spcPts val="100"/>
              </a:spcBef>
            </a:pPr>
            <a:r>
              <a:rPr lang="zh-CN" altLang="en-US" sz="1000" dirty="0">
                <a:latin typeface="+mn-ea"/>
              </a:rPr>
              <a:t>如  </a:t>
            </a:r>
            <a:r>
              <a:rPr lang="en-US" altLang="zh-CN" sz="1000" dirty="0">
                <a:latin typeface="+mn-ea"/>
              </a:rPr>
              <a:t>/home/</a:t>
            </a:r>
            <a:r>
              <a:rPr lang="en-US" altLang="zh-CN" sz="1000" dirty="0" err="1">
                <a:latin typeface="+mn-ea"/>
              </a:rPr>
              <a:t>cumec</a:t>
            </a:r>
            <a:r>
              <a:rPr lang="en-US" altLang="zh-CN" sz="1000" dirty="0">
                <a:latin typeface="+mn-ea"/>
              </a:rPr>
              <a:t>/</a:t>
            </a:r>
            <a:r>
              <a:rPr lang="en-US" altLang="zh-CN" sz="1000" dirty="0" err="1">
                <a:latin typeface="+mn-ea"/>
              </a:rPr>
              <a:t>test_data</a:t>
            </a:r>
            <a:r>
              <a:rPr lang="en-US" altLang="zh-CN" sz="1000" dirty="0">
                <a:latin typeface="+mn-ea"/>
              </a:rPr>
              <a:t>/incoming/A2E159_W4_issue145_1.2V</a:t>
            </a:r>
          </a:p>
          <a:p>
            <a:pPr marL="252095" indent="-230505" algn="l">
              <a:lnSpc>
                <a:spcPct val="120000"/>
              </a:lnSpc>
              <a:spcBef>
                <a:spcPts val="100"/>
              </a:spcBef>
              <a:buFont typeface="+mj-lt"/>
              <a:buAutoNum type="arabicPeriod"/>
            </a:pPr>
            <a:r>
              <a:rPr lang="zh-CN" altLang="en-US" sz="1000" dirty="0">
                <a:latin typeface="+mn-ea"/>
              </a:rPr>
              <a:t>运行相关</a:t>
            </a:r>
            <a:r>
              <a:rPr lang="en-US" altLang="zh-CN" sz="1000" dirty="0">
                <a:latin typeface="+mn-ea"/>
              </a:rPr>
              <a:t>*.</a:t>
            </a:r>
            <a:r>
              <a:rPr lang="en-US" altLang="zh-CN" sz="1000" dirty="0" err="1">
                <a:latin typeface="+mn-ea"/>
              </a:rPr>
              <a:t>py</a:t>
            </a:r>
            <a:r>
              <a:rPr lang="zh-CN" altLang="en-US" sz="1000" dirty="0">
                <a:latin typeface="+mn-ea"/>
              </a:rPr>
              <a:t>脚本，画图</a:t>
            </a:r>
            <a:endParaRPr lang="en-US" altLang="zh-CN" sz="1000" dirty="0">
              <a:latin typeface="+mn-ea"/>
            </a:endParaRPr>
          </a:p>
          <a:p>
            <a:pPr marL="478790" lvl="1">
              <a:lnSpc>
                <a:spcPct val="120000"/>
              </a:lnSpc>
              <a:spcBef>
                <a:spcPts val="100"/>
              </a:spcBef>
            </a:pPr>
            <a:r>
              <a:rPr lang="zh-CN" altLang="en-US" sz="1000" dirty="0">
                <a:latin typeface="+mn-ea"/>
              </a:rPr>
              <a:t>输入脚本所在的存放路径 比如 </a:t>
            </a:r>
            <a:r>
              <a:rPr lang="en-US" altLang="zh-CN" sz="1000" dirty="0">
                <a:latin typeface="+mn-ea"/>
              </a:rPr>
              <a:t>/sram_tester_plot/bmapMiniArr_CUMEC256b.py</a:t>
            </a:r>
          </a:p>
          <a:p>
            <a:pPr marL="478790" lvl="1">
              <a:lnSpc>
                <a:spcPct val="120000"/>
              </a:lnSpc>
              <a:spcBef>
                <a:spcPts val="100"/>
              </a:spcBef>
            </a:pPr>
            <a:endParaRPr lang="en-US" altLang="zh-CN" sz="1000" dirty="0">
              <a:latin typeface="+mn-ea"/>
            </a:endParaRPr>
          </a:p>
          <a:p>
            <a:pPr marL="252095" indent="-230505" algn="l">
              <a:lnSpc>
                <a:spcPct val="120000"/>
              </a:lnSpc>
              <a:spcBef>
                <a:spcPts val="100"/>
              </a:spcBef>
            </a:pPr>
            <a:endParaRPr lang="zh-CN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76558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SimSun" charset="0"/>
                <a:sym typeface="+mn-ea"/>
              </a:rPr>
              <a:t>测试向量和测试程序一致性说明</a:t>
            </a:r>
            <a:endParaRPr altLang="x-none" dirty="0">
              <a:ea typeface="SimSun" charset="0"/>
              <a:sym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23E74B9-95FC-9300-1482-CA992485E239}"/>
              </a:ext>
            </a:extLst>
          </p:cNvPr>
          <p:cNvSpPr txBox="1"/>
          <p:nvPr/>
        </p:nvSpPr>
        <p:spPr>
          <a:xfrm>
            <a:off x="473149" y="91711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>
                <a:sym typeface="+mn-ea"/>
              </a:rPr>
              <a:t>包括管脚对应关系</a:t>
            </a:r>
            <a:endParaRPr lang="en-US" altLang="zh-CN" dirty="0">
              <a:sym typeface="+mn-ea"/>
            </a:endParaRPr>
          </a:p>
          <a:p>
            <a:r>
              <a:rPr lang="zh-CN" altLang="en-US" dirty="0"/>
              <a:t>测试实际波形，建立、等待、测试等的时间等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46FCA63-FEE1-4224-8A71-3D78BE60A2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395949"/>
              </p:ext>
            </p:extLst>
          </p:nvPr>
        </p:nvGraphicFramePr>
        <p:xfrm>
          <a:off x="474662" y="1749089"/>
          <a:ext cx="9144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showAsIcon="1" r:id="rId2" imgW="914400" imgH="828720" progId="Excel.SheetMacroEnabled.12">
                  <p:embed/>
                </p:oleObj>
              </mc:Choice>
              <mc:Fallback>
                <p:oleObj name="Macro-Enabled Worksheet" showAsIcon="1" r:id="rId2" imgW="914400" imgH="828720" progId="Excel.SheetMacroEnabled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74662" y="1749089"/>
                        <a:ext cx="914400" cy="828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2B92B1F4-31A5-4F71-9665-F1F652D40DC1}"/>
              </a:ext>
            </a:extLst>
          </p:cNvPr>
          <p:cNvSpPr txBox="1"/>
          <p:nvPr/>
        </p:nvSpPr>
        <p:spPr>
          <a:xfrm>
            <a:off x="474662" y="2577764"/>
            <a:ext cx="1186543" cy="3004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52095" indent="-230505" algn="l">
              <a:lnSpc>
                <a:spcPct val="120000"/>
              </a:lnSpc>
              <a:spcBef>
                <a:spcPts val="100"/>
              </a:spcBef>
            </a:pPr>
            <a:r>
              <a:rPr lang="en-US" altLang="zh-CN" sz="1400" dirty="0" err="1">
                <a:latin typeface="+mn-ea"/>
              </a:rPr>
              <a:t>pinMap</a:t>
            </a:r>
            <a:endParaRPr lang="en-US" altLang="zh-CN" sz="1400" dirty="0">
              <a:latin typeface="+mn-ea"/>
            </a:endParaRPr>
          </a:p>
          <a:p>
            <a:pPr marL="252095" indent="-230505" algn="l">
              <a:lnSpc>
                <a:spcPct val="120000"/>
              </a:lnSpc>
              <a:spcBef>
                <a:spcPts val="100"/>
              </a:spcBef>
            </a:pPr>
            <a:endParaRPr lang="zh-CN" altLang="en-US" sz="1400" dirty="0">
              <a:latin typeface="+mn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D0F0B28-2CBA-67F5-9A71-48F644A9A9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8659" y="1563450"/>
            <a:ext cx="6497498" cy="457809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D86F94B-5864-0CD9-0E6E-7FB51AC01EA7}"/>
              </a:ext>
            </a:extLst>
          </p:cNvPr>
          <p:cNvSpPr txBox="1"/>
          <p:nvPr/>
        </p:nvSpPr>
        <p:spPr>
          <a:xfrm>
            <a:off x="290623" y="3303181"/>
            <a:ext cx="4281377" cy="21265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64490" indent="-342900" algn="l">
              <a:lnSpc>
                <a:spcPct val="120000"/>
              </a:lnSpc>
              <a:spcBef>
                <a:spcPts val="100"/>
              </a:spcBef>
              <a:buAutoNum type="arabicPeriod"/>
            </a:pPr>
            <a:r>
              <a:rPr lang="zh-CN" altLang="en-US" sz="1400" dirty="0">
                <a:latin typeface="+mn-ea"/>
              </a:rPr>
              <a:t>所有波形的上升沿</a:t>
            </a:r>
            <a:r>
              <a:rPr lang="en-US" altLang="zh-CN" sz="1400" dirty="0">
                <a:latin typeface="+mn-ea"/>
              </a:rPr>
              <a:t>&amp;</a:t>
            </a:r>
            <a:r>
              <a:rPr lang="zh-CN" altLang="en-US" sz="1400" dirty="0">
                <a:latin typeface="+mn-ea"/>
              </a:rPr>
              <a:t>下降沿均为</a:t>
            </a:r>
            <a:r>
              <a:rPr lang="en-US" altLang="zh-CN" sz="1400" dirty="0">
                <a:latin typeface="+mn-ea"/>
              </a:rPr>
              <a:t>150us</a:t>
            </a:r>
            <a:r>
              <a:rPr lang="zh-CN" altLang="en-US" sz="1400" dirty="0">
                <a:latin typeface="+mn-ea"/>
              </a:rPr>
              <a:t>左右；</a:t>
            </a:r>
            <a:endParaRPr lang="en-US" altLang="zh-CN" sz="1400" dirty="0">
              <a:latin typeface="+mn-ea"/>
            </a:endParaRPr>
          </a:p>
          <a:p>
            <a:pPr marL="364490" indent="-342900" algn="l">
              <a:lnSpc>
                <a:spcPct val="120000"/>
              </a:lnSpc>
              <a:spcBef>
                <a:spcPts val="100"/>
              </a:spcBef>
              <a:buAutoNum type="arabicPeriod"/>
            </a:pPr>
            <a:r>
              <a:rPr lang="en-US" altLang="zh-CN" sz="1400" dirty="0">
                <a:latin typeface="+mn-ea"/>
              </a:rPr>
              <a:t>T</a:t>
            </a:r>
            <a:r>
              <a:rPr lang="en-US" altLang="zh-CN" sz="1400" baseline="-25000" dirty="0">
                <a:latin typeface="+mn-ea"/>
              </a:rPr>
              <a:t>p1</a:t>
            </a:r>
            <a:r>
              <a:rPr lang="en-US" altLang="zh-CN" sz="1400" dirty="0">
                <a:latin typeface="+mn-ea"/>
              </a:rPr>
              <a:t>=T</a:t>
            </a:r>
            <a:r>
              <a:rPr lang="en-US" altLang="zh-CN" sz="1400" baseline="-25000" dirty="0">
                <a:latin typeface="+mn-ea"/>
              </a:rPr>
              <a:t>p2</a:t>
            </a:r>
            <a:r>
              <a:rPr lang="en-US" altLang="zh-CN" sz="1400" dirty="0">
                <a:latin typeface="+mn-ea"/>
              </a:rPr>
              <a:t>=T</a:t>
            </a:r>
            <a:r>
              <a:rPr lang="en-US" altLang="zh-CN" sz="1400" baseline="-25000" dirty="0">
                <a:latin typeface="+mn-ea"/>
              </a:rPr>
              <a:t>p3</a:t>
            </a:r>
            <a:r>
              <a:rPr lang="en-US" altLang="zh-CN" sz="1400" dirty="0">
                <a:latin typeface="+mn-ea"/>
              </a:rPr>
              <a:t>=1ms(</a:t>
            </a:r>
            <a:r>
              <a:rPr lang="zh-CN" altLang="en-US" sz="1400" dirty="0">
                <a:latin typeface="+mn-ea"/>
              </a:rPr>
              <a:t>可调，范围是</a:t>
            </a:r>
            <a:r>
              <a:rPr lang="en-US" altLang="zh-CN" sz="1400" dirty="0">
                <a:latin typeface="+mn-ea"/>
              </a:rPr>
              <a:t>1ms-1s)</a:t>
            </a:r>
          </a:p>
          <a:p>
            <a:pPr marL="364490" indent="-342900" algn="l">
              <a:lnSpc>
                <a:spcPct val="120000"/>
              </a:lnSpc>
              <a:spcBef>
                <a:spcPts val="100"/>
              </a:spcBef>
              <a:buAutoNum type="arabicPeriod"/>
            </a:pPr>
            <a:endParaRPr lang="zh-CN" altLang="en-US" sz="1400" dirty="0">
              <a:latin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77E5F11-2574-EF26-B32B-D18A886658AC}"/>
              </a:ext>
            </a:extLst>
          </p:cNvPr>
          <p:cNvSpPr txBox="1"/>
          <p:nvPr/>
        </p:nvSpPr>
        <p:spPr>
          <a:xfrm>
            <a:off x="6436242" y="1022573"/>
            <a:ext cx="808074" cy="15995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52095" indent="-230505" algn="l">
              <a:lnSpc>
                <a:spcPct val="120000"/>
              </a:lnSpc>
              <a:spcBef>
                <a:spcPts val="100"/>
              </a:spcBef>
            </a:pPr>
            <a:r>
              <a:rPr lang="en-US" altLang="zh-CN" sz="1400" dirty="0">
                <a:latin typeface="+mn-ea"/>
              </a:rPr>
              <a:t>cycle1</a:t>
            </a:r>
            <a:endParaRPr lang="zh-CN" altLang="en-US" sz="1400" dirty="0">
              <a:latin typeface="+mn-ea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C77E50C6-7621-6EB2-EC95-98AA3D7AC26D}"/>
              </a:ext>
            </a:extLst>
          </p:cNvPr>
          <p:cNvCxnSpPr/>
          <p:nvPr/>
        </p:nvCxnSpPr>
        <p:spPr>
          <a:xfrm flipH="1">
            <a:off x="6096000" y="1182525"/>
            <a:ext cx="340242" cy="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3931DD53-84E1-FD33-5C54-4980018EA95C}"/>
              </a:ext>
            </a:extLst>
          </p:cNvPr>
          <p:cNvCxnSpPr/>
          <p:nvPr/>
        </p:nvCxnSpPr>
        <p:spPr>
          <a:xfrm>
            <a:off x="7152167" y="1182525"/>
            <a:ext cx="460744" cy="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2C828A73-3533-6C64-72AE-9F1EB28098E5}"/>
              </a:ext>
            </a:extLst>
          </p:cNvPr>
          <p:cNvSpPr txBox="1"/>
          <p:nvPr/>
        </p:nvSpPr>
        <p:spPr>
          <a:xfrm>
            <a:off x="7942521" y="1022573"/>
            <a:ext cx="808074" cy="15995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52095" indent="-230505" algn="l">
              <a:lnSpc>
                <a:spcPct val="120000"/>
              </a:lnSpc>
              <a:spcBef>
                <a:spcPts val="100"/>
              </a:spcBef>
            </a:pPr>
            <a:r>
              <a:rPr lang="en-US" altLang="zh-CN" sz="1400" dirty="0">
                <a:latin typeface="+mn-ea"/>
              </a:rPr>
              <a:t>cycle2</a:t>
            </a:r>
            <a:endParaRPr lang="zh-CN" altLang="en-US" sz="1400" dirty="0">
              <a:latin typeface="+mn-ea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633AB50D-08E1-171D-03D8-CA8BE500BAF6}"/>
              </a:ext>
            </a:extLst>
          </p:cNvPr>
          <p:cNvCxnSpPr/>
          <p:nvPr/>
        </p:nvCxnSpPr>
        <p:spPr>
          <a:xfrm flipH="1">
            <a:off x="7602279" y="1182525"/>
            <a:ext cx="340242" cy="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2D0330C4-077E-14BB-C92B-E09B382A6169}"/>
              </a:ext>
            </a:extLst>
          </p:cNvPr>
          <p:cNvCxnSpPr/>
          <p:nvPr/>
        </p:nvCxnSpPr>
        <p:spPr>
          <a:xfrm>
            <a:off x="8658446" y="1182525"/>
            <a:ext cx="460744" cy="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EBB57A8D-9A56-8E5B-8801-90B369596351}"/>
              </a:ext>
            </a:extLst>
          </p:cNvPr>
          <p:cNvSpPr txBox="1"/>
          <p:nvPr/>
        </p:nvSpPr>
        <p:spPr>
          <a:xfrm>
            <a:off x="9448800" y="1027296"/>
            <a:ext cx="808074" cy="15995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52095" indent="-230505" algn="l">
              <a:lnSpc>
                <a:spcPct val="120000"/>
              </a:lnSpc>
              <a:spcBef>
                <a:spcPts val="100"/>
              </a:spcBef>
            </a:pPr>
            <a:r>
              <a:rPr lang="en-US" altLang="zh-CN" sz="1400" dirty="0">
                <a:latin typeface="+mn-ea"/>
              </a:rPr>
              <a:t>cycle3</a:t>
            </a:r>
            <a:endParaRPr lang="zh-CN" altLang="en-US" sz="1400" dirty="0">
              <a:latin typeface="+mn-ea"/>
            </a:endParaRP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12938A9A-DE13-B67A-5582-732B54A492BE}"/>
              </a:ext>
            </a:extLst>
          </p:cNvPr>
          <p:cNvCxnSpPr/>
          <p:nvPr/>
        </p:nvCxnSpPr>
        <p:spPr>
          <a:xfrm flipH="1">
            <a:off x="9108558" y="1187248"/>
            <a:ext cx="340242" cy="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755E16B0-80A1-4C2B-2FDF-57ED286473B8}"/>
              </a:ext>
            </a:extLst>
          </p:cNvPr>
          <p:cNvCxnSpPr/>
          <p:nvPr/>
        </p:nvCxnSpPr>
        <p:spPr>
          <a:xfrm>
            <a:off x="10164725" y="1187248"/>
            <a:ext cx="460744" cy="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A4476421-0574-8CEB-2828-4DE3B288C0BE}"/>
              </a:ext>
            </a:extLst>
          </p:cNvPr>
          <p:cNvSpPr txBox="1"/>
          <p:nvPr/>
        </p:nvSpPr>
        <p:spPr>
          <a:xfrm>
            <a:off x="6096000" y="1887786"/>
            <a:ext cx="864782" cy="2756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52095" indent="-230505" algn="l">
              <a:lnSpc>
                <a:spcPct val="120000"/>
              </a:lnSpc>
              <a:spcBef>
                <a:spcPts val="100"/>
              </a:spcBef>
            </a:pPr>
            <a:r>
              <a:rPr lang="en-US" altLang="zh-CN" sz="1400" dirty="0">
                <a:latin typeface="+mn-ea"/>
              </a:rPr>
              <a:t>p1</a:t>
            </a:r>
            <a:endParaRPr lang="zh-CN" altLang="en-US" sz="1400" dirty="0">
              <a:latin typeface="+mn-ea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C311DF8-FB34-AB2B-C91F-4C37F5E16562}"/>
              </a:ext>
            </a:extLst>
          </p:cNvPr>
          <p:cNvSpPr txBox="1"/>
          <p:nvPr/>
        </p:nvSpPr>
        <p:spPr>
          <a:xfrm>
            <a:off x="6570662" y="1887785"/>
            <a:ext cx="432391" cy="2756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52095" indent="-230505" algn="l">
              <a:lnSpc>
                <a:spcPct val="120000"/>
              </a:lnSpc>
              <a:spcBef>
                <a:spcPts val="100"/>
              </a:spcBef>
            </a:pPr>
            <a:r>
              <a:rPr lang="en-US" altLang="zh-CN" sz="1400" dirty="0">
                <a:latin typeface="+mn-ea"/>
              </a:rPr>
              <a:t>p2</a:t>
            </a:r>
            <a:endParaRPr lang="zh-CN" altLang="en-US" sz="1400" dirty="0">
              <a:latin typeface="+mn-ea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D279950-1F63-DDCD-A3B1-3C2DEFA918B3}"/>
              </a:ext>
            </a:extLst>
          </p:cNvPr>
          <p:cNvSpPr txBox="1"/>
          <p:nvPr/>
        </p:nvSpPr>
        <p:spPr>
          <a:xfrm>
            <a:off x="7181297" y="1887784"/>
            <a:ext cx="432391" cy="2756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52095" indent="-230505" algn="l">
              <a:lnSpc>
                <a:spcPct val="120000"/>
              </a:lnSpc>
              <a:spcBef>
                <a:spcPts val="100"/>
              </a:spcBef>
            </a:pPr>
            <a:r>
              <a:rPr lang="en-US" altLang="zh-CN" sz="1400" dirty="0">
                <a:latin typeface="+mn-ea"/>
              </a:rPr>
              <a:t>p3</a:t>
            </a:r>
            <a:endParaRPr lang="zh-CN" altLang="en-US" sz="1400" dirty="0">
              <a:latin typeface="+mn-ea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CC6C9D7-C991-CDE8-F9A7-408312443C75}"/>
              </a:ext>
            </a:extLst>
          </p:cNvPr>
          <p:cNvSpPr txBox="1"/>
          <p:nvPr/>
        </p:nvSpPr>
        <p:spPr>
          <a:xfrm>
            <a:off x="7599511" y="1887784"/>
            <a:ext cx="864782" cy="2756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52095" indent="-230505" algn="l">
              <a:lnSpc>
                <a:spcPct val="120000"/>
              </a:lnSpc>
              <a:spcBef>
                <a:spcPts val="100"/>
              </a:spcBef>
            </a:pPr>
            <a:r>
              <a:rPr lang="en-US" altLang="zh-CN" sz="1400" dirty="0">
                <a:latin typeface="+mn-ea"/>
              </a:rPr>
              <a:t>p1</a:t>
            </a:r>
            <a:endParaRPr lang="zh-CN" altLang="en-US" sz="1400" dirty="0">
              <a:latin typeface="+mn-ea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044BD3C-2988-91D4-EDDE-44C0194B5F1C}"/>
              </a:ext>
            </a:extLst>
          </p:cNvPr>
          <p:cNvSpPr txBox="1"/>
          <p:nvPr/>
        </p:nvSpPr>
        <p:spPr>
          <a:xfrm>
            <a:off x="8074173" y="1887783"/>
            <a:ext cx="432391" cy="2756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52095" indent="-230505" algn="l">
              <a:lnSpc>
                <a:spcPct val="120000"/>
              </a:lnSpc>
              <a:spcBef>
                <a:spcPts val="100"/>
              </a:spcBef>
            </a:pPr>
            <a:r>
              <a:rPr lang="en-US" altLang="zh-CN" sz="1400" dirty="0">
                <a:latin typeface="+mn-ea"/>
              </a:rPr>
              <a:t>p2</a:t>
            </a:r>
            <a:endParaRPr lang="zh-CN" altLang="en-US" sz="1400" dirty="0">
              <a:latin typeface="+mn-ea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AF09801-9F6C-1046-418B-34630F819835}"/>
              </a:ext>
            </a:extLst>
          </p:cNvPr>
          <p:cNvSpPr txBox="1"/>
          <p:nvPr/>
        </p:nvSpPr>
        <p:spPr>
          <a:xfrm>
            <a:off x="8684808" y="1887782"/>
            <a:ext cx="432391" cy="2756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52095" indent="-230505" algn="l">
              <a:lnSpc>
                <a:spcPct val="120000"/>
              </a:lnSpc>
              <a:spcBef>
                <a:spcPts val="100"/>
              </a:spcBef>
            </a:pPr>
            <a:r>
              <a:rPr lang="en-US" altLang="zh-CN" sz="1400" dirty="0">
                <a:latin typeface="+mn-ea"/>
              </a:rPr>
              <a:t>p3</a:t>
            </a:r>
            <a:endParaRPr lang="zh-CN" altLang="en-US" sz="1400" dirty="0">
              <a:latin typeface="+mn-ea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BD9E0486-96FD-2105-64B2-E56A0EEAF96A}"/>
              </a:ext>
            </a:extLst>
          </p:cNvPr>
          <p:cNvSpPr txBox="1"/>
          <p:nvPr/>
        </p:nvSpPr>
        <p:spPr>
          <a:xfrm>
            <a:off x="9120872" y="1885991"/>
            <a:ext cx="864782" cy="2756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52095" indent="-230505" algn="l">
              <a:lnSpc>
                <a:spcPct val="120000"/>
              </a:lnSpc>
              <a:spcBef>
                <a:spcPts val="100"/>
              </a:spcBef>
            </a:pPr>
            <a:r>
              <a:rPr lang="en-US" altLang="zh-CN" sz="1400" dirty="0">
                <a:latin typeface="+mn-ea"/>
              </a:rPr>
              <a:t>p1</a:t>
            </a:r>
            <a:endParaRPr lang="zh-CN" altLang="en-US" sz="1400" dirty="0">
              <a:latin typeface="+mn-ea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E43506E-B2B9-6249-6C46-87392EF3CD79}"/>
              </a:ext>
            </a:extLst>
          </p:cNvPr>
          <p:cNvSpPr txBox="1"/>
          <p:nvPr/>
        </p:nvSpPr>
        <p:spPr>
          <a:xfrm>
            <a:off x="9595534" y="1885990"/>
            <a:ext cx="432391" cy="2756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52095" indent="-230505" algn="l">
              <a:lnSpc>
                <a:spcPct val="120000"/>
              </a:lnSpc>
              <a:spcBef>
                <a:spcPts val="100"/>
              </a:spcBef>
            </a:pPr>
            <a:r>
              <a:rPr lang="en-US" altLang="zh-CN" sz="1400" dirty="0">
                <a:latin typeface="+mn-ea"/>
              </a:rPr>
              <a:t>p2</a:t>
            </a:r>
            <a:endParaRPr lang="zh-CN" altLang="en-US" sz="1400" dirty="0">
              <a:latin typeface="+mn-ea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85CF007-4C12-FEEF-AEEE-50012D4EF376}"/>
              </a:ext>
            </a:extLst>
          </p:cNvPr>
          <p:cNvSpPr txBox="1"/>
          <p:nvPr/>
        </p:nvSpPr>
        <p:spPr>
          <a:xfrm>
            <a:off x="10206169" y="1885989"/>
            <a:ext cx="432391" cy="2756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52095" indent="-230505" algn="l">
              <a:lnSpc>
                <a:spcPct val="120000"/>
              </a:lnSpc>
              <a:spcBef>
                <a:spcPts val="100"/>
              </a:spcBef>
            </a:pPr>
            <a:r>
              <a:rPr lang="en-US" altLang="zh-CN" sz="1400" dirty="0">
                <a:latin typeface="+mn-ea"/>
              </a:rPr>
              <a:t>p3</a:t>
            </a:r>
            <a:endParaRPr lang="zh-CN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19594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SimSun" charset="0"/>
                <a:sym typeface="+mn-ea"/>
              </a:rPr>
              <a:t>归档</a:t>
            </a:r>
            <a:endParaRPr altLang="x-none" dirty="0">
              <a:ea typeface="SimSun" charset="0"/>
              <a:sym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23E74B9-95FC-9300-1482-CA992485E239}"/>
              </a:ext>
            </a:extLst>
          </p:cNvPr>
          <p:cNvSpPr txBox="1"/>
          <p:nvPr/>
        </p:nvSpPr>
        <p:spPr>
          <a:xfrm>
            <a:off x="474662" y="934888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测试向量文件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测试程序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此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ppt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及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pdf</a:t>
            </a: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Plot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工具位置等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便于不熟悉的人快速参与此工作</a:t>
            </a:r>
          </a:p>
        </p:txBody>
      </p:sp>
    </p:spTree>
    <p:extLst>
      <p:ext uri="{BB962C8B-B14F-4D97-AF65-F5344CB8AC3E}">
        <p14:creationId xmlns:p14="http://schemas.microsoft.com/office/powerpoint/2010/main" val="4172663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自定义 118">
      <a:dk1>
        <a:srgbClr val="3F3F3F"/>
      </a:dk1>
      <a:lt1>
        <a:srgbClr val="FFFFFF"/>
      </a:lt1>
      <a:dk2>
        <a:srgbClr val="757070"/>
      </a:dk2>
      <a:lt2>
        <a:srgbClr val="E7E6E6"/>
      </a:lt2>
      <a:accent1>
        <a:srgbClr val="C30D23"/>
      </a:accent1>
      <a:accent2>
        <a:srgbClr val="D75D6B"/>
      </a:accent2>
      <a:accent3>
        <a:srgbClr val="034A90"/>
      </a:accent3>
      <a:accent4>
        <a:srgbClr val="3D60A7"/>
      </a:accent4>
      <a:accent5>
        <a:srgbClr val="FD7131"/>
      </a:accent5>
      <a:accent6>
        <a:srgbClr val="E04702"/>
      </a:accent6>
      <a:hlink>
        <a:srgbClr val="0563C1"/>
      </a:hlink>
      <a:folHlink>
        <a:srgbClr val="954F72"/>
      </a:folHlink>
    </a:clrScheme>
    <a:fontScheme name="自定义 64">
      <a:majorFont>
        <a:latin typeface="HelveticaNeueLT Pro 75 Bd"/>
        <a:ea typeface="思源黑体 CN Bold"/>
        <a:cs typeface=""/>
      </a:majorFont>
      <a:minorFont>
        <a:latin typeface="HelveticaNeueLT Pro 55 Roman"/>
        <a:ea typeface="Source Han Sans CN Regular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12700">
          <a:solidFill>
            <a:schemeClr val="accent3">
              <a:shade val="50000"/>
            </a:schemeClr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 fontAlgn="ctr">
          <a:defRPr sz="1400" smtClean="0">
            <a:solidFill>
              <a:schemeClr val="bg1"/>
            </a:solidFill>
            <a:sym typeface="HelveticaNeueLT Pro 55 Roman" panose="020B0604020202020204" pitchFamily="34" charset="0"/>
          </a:defRPr>
        </a:defPPr>
      </a:lstStyle>
    </a:spDef>
    <a:lnDef>
      <a:spPr>
        <a:ln w="15875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Autofit/>
      </a:bodyPr>
      <a:lstStyle>
        <a:defPPr marL="252095" indent="-230505" algn="l">
          <a:lnSpc>
            <a:spcPct val="120000"/>
          </a:lnSpc>
          <a:spcBef>
            <a:spcPts val="100"/>
          </a:spcBef>
          <a:defRPr sz="1400" smtClean="0"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2" id="{94B342BB-04EB-4659-BE3C-571F33B4F7FC}" vid="{C4209DBF-F31D-4274-BD89-CE3D2965B3F7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CGD模板</Template>
  <TotalTime>4044</TotalTime>
  <Words>669</Words>
  <Application>Microsoft Office PowerPoint</Application>
  <PresentationFormat>宽屏</PresentationFormat>
  <Paragraphs>89</Paragraphs>
  <Slides>10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HelveticaNeueLT Pro 55 Roman</vt:lpstr>
      <vt:lpstr>HelveticaNeueLT Pro 75 Bd</vt:lpstr>
      <vt:lpstr>微软雅黑</vt:lpstr>
      <vt:lpstr>宋体</vt:lpstr>
      <vt:lpstr>Source Han Sans CN Regular</vt:lpstr>
      <vt:lpstr>思源黑体 CN Bold</vt:lpstr>
      <vt:lpstr>Arial</vt:lpstr>
      <vt:lpstr>Calibri</vt:lpstr>
      <vt:lpstr>Wingdings</vt:lpstr>
      <vt:lpstr>Office 主题​​</vt:lpstr>
      <vt:lpstr>Macro-Enabled Worksheet</vt:lpstr>
      <vt:lpstr>PowerPoint 演示文稿</vt:lpstr>
      <vt:lpstr>Content</vt:lpstr>
      <vt:lpstr>测试向量</vt:lpstr>
      <vt:lpstr>测试向量-&gt;all1_write</vt:lpstr>
      <vt:lpstr>测试向量-&gt;all1_read</vt:lpstr>
      <vt:lpstr>波形图</vt:lpstr>
      <vt:lpstr>Iread</vt:lpstr>
      <vt:lpstr>测试向量和测试程序一致性说明</vt:lpstr>
      <vt:lpstr>归档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周 乃光</dc:creator>
  <cp:lastModifiedBy>王 臻极</cp:lastModifiedBy>
  <cp:revision>50</cp:revision>
  <dcterms:created xsi:type="dcterms:W3CDTF">2023-01-29T01:32:37Z</dcterms:created>
  <dcterms:modified xsi:type="dcterms:W3CDTF">2023-03-21T05:04:27Z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1033-11.1.0.10976</vt:lpwstr>
  </property>
</Properties>
</file>